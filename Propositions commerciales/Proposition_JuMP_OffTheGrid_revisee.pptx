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4" r:id="rId17"/>
    <p:sldId id="273"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557C35-40D9-44F9-96EB-B751EF2C2066}" v="8" dt="2026-05-13T08:44:27.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6/11/relationships/changesInfo" Target="changesInfos/changesInfo1.xml"/><Relationship Id="rId2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oine BOSSIN" userId="351d2f97e4a54b3a" providerId="LiveId" clId="{1F14BF3D-48AD-41F1-B859-E500D049AB57}"/>
    <pc:docChg chg="undo custSel addSld delSld modSld">
      <pc:chgData name="Antoine BOSSIN" userId="351d2f97e4a54b3a" providerId="LiveId" clId="{1F14BF3D-48AD-41F1-B859-E500D049AB57}" dt="2026-05-13T08:44:32.379" v="304" actId="47"/>
      <pc:docMkLst>
        <pc:docMk/>
      </pc:docMkLst>
      <pc:sldChg chg="modSp mod">
        <pc:chgData name="Antoine BOSSIN" userId="351d2f97e4a54b3a" providerId="LiveId" clId="{1F14BF3D-48AD-41F1-B859-E500D049AB57}" dt="2026-05-13T08:08:12.691" v="17" actId="1076"/>
        <pc:sldMkLst>
          <pc:docMk/>
          <pc:sldMk cId="0" sldId="257"/>
        </pc:sldMkLst>
        <pc:spChg chg="mod">
          <ac:chgData name="Antoine BOSSIN" userId="351d2f97e4a54b3a" providerId="LiveId" clId="{1F14BF3D-48AD-41F1-B859-E500D049AB57}" dt="2026-05-13T08:07:55.377" v="14" actId="1076"/>
          <ac:spMkLst>
            <pc:docMk/>
            <pc:sldMk cId="0" sldId="257"/>
            <ac:spMk id="12" creationId="{00000000-0000-0000-0000-000000000000}"/>
          </ac:spMkLst>
        </pc:spChg>
        <pc:spChg chg="mod">
          <ac:chgData name="Antoine BOSSIN" userId="351d2f97e4a54b3a" providerId="LiveId" clId="{1F14BF3D-48AD-41F1-B859-E500D049AB57}" dt="2026-05-13T08:07:55.377" v="14" actId="1076"/>
          <ac:spMkLst>
            <pc:docMk/>
            <pc:sldMk cId="0" sldId="257"/>
            <ac:spMk id="13" creationId="{00000000-0000-0000-0000-000000000000}"/>
          </ac:spMkLst>
        </pc:spChg>
        <pc:spChg chg="mod">
          <ac:chgData name="Antoine BOSSIN" userId="351d2f97e4a54b3a" providerId="LiveId" clId="{1F14BF3D-48AD-41F1-B859-E500D049AB57}" dt="2026-05-13T08:07:55.377" v="14" actId="1076"/>
          <ac:spMkLst>
            <pc:docMk/>
            <pc:sldMk cId="0" sldId="257"/>
            <ac:spMk id="14" creationId="{00000000-0000-0000-0000-000000000000}"/>
          </ac:spMkLst>
        </pc:spChg>
        <pc:spChg chg="mod">
          <ac:chgData name="Antoine BOSSIN" userId="351d2f97e4a54b3a" providerId="LiveId" clId="{1F14BF3D-48AD-41F1-B859-E500D049AB57}" dt="2026-05-13T08:07:29.604" v="8" actId="1076"/>
          <ac:spMkLst>
            <pc:docMk/>
            <pc:sldMk cId="0" sldId="257"/>
            <ac:spMk id="15" creationId="{00000000-0000-0000-0000-000000000000}"/>
          </ac:spMkLst>
        </pc:spChg>
        <pc:spChg chg="mod">
          <ac:chgData name="Antoine BOSSIN" userId="351d2f97e4a54b3a" providerId="LiveId" clId="{1F14BF3D-48AD-41F1-B859-E500D049AB57}" dt="2026-05-13T08:07:32.022" v="9" actId="1076"/>
          <ac:spMkLst>
            <pc:docMk/>
            <pc:sldMk cId="0" sldId="257"/>
            <ac:spMk id="17" creationId="{00000000-0000-0000-0000-000000000000}"/>
          </ac:spMkLst>
        </pc:spChg>
        <pc:spChg chg="mod">
          <ac:chgData name="Antoine BOSSIN" userId="351d2f97e4a54b3a" providerId="LiveId" clId="{1F14BF3D-48AD-41F1-B859-E500D049AB57}" dt="2026-05-13T08:08:12.691" v="17" actId="1076"/>
          <ac:spMkLst>
            <pc:docMk/>
            <pc:sldMk cId="0" sldId="257"/>
            <ac:spMk id="18" creationId="{00000000-0000-0000-0000-000000000000}"/>
          </ac:spMkLst>
        </pc:spChg>
        <pc:spChg chg="mod">
          <ac:chgData name="Antoine BOSSIN" userId="351d2f97e4a54b3a" providerId="LiveId" clId="{1F14BF3D-48AD-41F1-B859-E500D049AB57}" dt="2026-05-13T08:08:12.691" v="17" actId="1076"/>
          <ac:spMkLst>
            <pc:docMk/>
            <pc:sldMk cId="0" sldId="257"/>
            <ac:spMk id="19" creationId="{00000000-0000-0000-0000-000000000000}"/>
          </ac:spMkLst>
        </pc:spChg>
        <pc:spChg chg="mod">
          <ac:chgData name="Antoine BOSSIN" userId="351d2f97e4a54b3a" providerId="LiveId" clId="{1F14BF3D-48AD-41F1-B859-E500D049AB57}" dt="2026-05-13T08:08:12.691" v="17" actId="1076"/>
          <ac:spMkLst>
            <pc:docMk/>
            <pc:sldMk cId="0" sldId="257"/>
            <ac:spMk id="20" creationId="{00000000-0000-0000-0000-000000000000}"/>
          </ac:spMkLst>
        </pc:spChg>
      </pc:sldChg>
      <pc:sldChg chg="modSp mod">
        <pc:chgData name="Antoine BOSSIN" userId="351d2f97e4a54b3a" providerId="LiveId" clId="{1F14BF3D-48AD-41F1-B859-E500D049AB57}" dt="2026-05-13T08:09:57.842" v="27" actId="20577"/>
        <pc:sldMkLst>
          <pc:docMk/>
          <pc:sldMk cId="0" sldId="261"/>
        </pc:sldMkLst>
        <pc:spChg chg="mod">
          <ac:chgData name="Antoine BOSSIN" userId="351d2f97e4a54b3a" providerId="LiveId" clId="{1F14BF3D-48AD-41F1-B859-E500D049AB57}" dt="2026-05-13T08:09:31.352" v="19" actId="20577"/>
          <ac:spMkLst>
            <pc:docMk/>
            <pc:sldMk cId="0" sldId="261"/>
            <ac:spMk id="14" creationId="{00000000-0000-0000-0000-000000000000}"/>
          </ac:spMkLst>
        </pc:spChg>
        <pc:spChg chg="mod">
          <ac:chgData name="Antoine BOSSIN" userId="351d2f97e4a54b3a" providerId="LiveId" clId="{1F14BF3D-48AD-41F1-B859-E500D049AB57}" dt="2026-05-13T08:09:41.635" v="21" actId="20577"/>
          <ac:spMkLst>
            <pc:docMk/>
            <pc:sldMk cId="0" sldId="261"/>
            <ac:spMk id="26" creationId="{00000000-0000-0000-0000-000000000000}"/>
          </ac:spMkLst>
        </pc:spChg>
        <pc:spChg chg="mod">
          <ac:chgData name="Antoine BOSSIN" userId="351d2f97e4a54b3a" providerId="LiveId" clId="{1F14BF3D-48AD-41F1-B859-E500D049AB57}" dt="2026-05-13T08:09:43.556" v="22" actId="1076"/>
          <ac:spMkLst>
            <pc:docMk/>
            <pc:sldMk cId="0" sldId="261"/>
            <ac:spMk id="31" creationId="{00000000-0000-0000-0000-000000000000}"/>
          </ac:spMkLst>
        </pc:spChg>
        <pc:spChg chg="mod">
          <ac:chgData name="Antoine BOSSIN" userId="351d2f97e4a54b3a" providerId="LiveId" clId="{1F14BF3D-48AD-41F1-B859-E500D049AB57}" dt="2026-05-13T08:09:52.772" v="25" actId="20577"/>
          <ac:spMkLst>
            <pc:docMk/>
            <pc:sldMk cId="0" sldId="261"/>
            <ac:spMk id="38" creationId="{00000000-0000-0000-0000-000000000000}"/>
          </ac:spMkLst>
        </pc:spChg>
        <pc:spChg chg="mod">
          <ac:chgData name="Antoine BOSSIN" userId="351d2f97e4a54b3a" providerId="LiveId" clId="{1F14BF3D-48AD-41F1-B859-E500D049AB57}" dt="2026-05-13T08:09:57.842" v="27" actId="20577"/>
          <ac:spMkLst>
            <pc:docMk/>
            <pc:sldMk cId="0" sldId="261"/>
            <ac:spMk id="44" creationId="{00000000-0000-0000-0000-000000000000}"/>
          </ac:spMkLst>
        </pc:spChg>
      </pc:sldChg>
      <pc:sldChg chg="modSp mod">
        <pc:chgData name="Antoine BOSSIN" userId="351d2f97e4a54b3a" providerId="LiveId" clId="{1F14BF3D-48AD-41F1-B859-E500D049AB57}" dt="2026-05-13T08:10:40.542" v="34" actId="20577"/>
        <pc:sldMkLst>
          <pc:docMk/>
          <pc:sldMk cId="0" sldId="262"/>
        </pc:sldMkLst>
        <pc:spChg chg="mod">
          <ac:chgData name="Antoine BOSSIN" userId="351d2f97e4a54b3a" providerId="LiveId" clId="{1F14BF3D-48AD-41F1-B859-E500D049AB57}" dt="2026-05-13T08:10:21" v="30" actId="20577"/>
          <ac:spMkLst>
            <pc:docMk/>
            <pc:sldMk cId="0" sldId="262"/>
            <ac:spMk id="14" creationId="{00000000-0000-0000-0000-000000000000}"/>
          </ac:spMkLst>
        </pc:spChg>
        <pc:spChg chg="mod">
          <ac:chgData name="Antoine BOSSIN" userId="351d2f97e4a54b3a" providerId="LiveId" clId="{1F14BF3D-48AD-41F1-B859-E500D049AB57}" dt="2026-05-13T08:10:40.542" v="34" actId="20577"/>
          <ac:spMkLst>
            <pc:docMk/>
            <pc:sldMk cId="0" sldId="262"/>
            <ac:spMk id="32" creationId="{00000000-0000-0000-0000-000000000000}"/>
          </ac:spMkLst>
        </pc:spChg>
      </pc:sldChg>
      <pc:sldChg chg="addSp delSp modSp mod">
        <pc:chgData name="Antoine BOSSIN" userId="351d2f97e4a54b3a" providerId="LiveId" clId="{1F14BF3D-48AD-41F1-B859-E500D049AB57}" dt="2026-05-13T08:13:25.731" v="94" actId="20577"/>
        <pc:sldMkLst>
          <pc:docMk/>
          <pc:sldMk cId="0" sldId="263"/>
        </pc:sldMkLst>
        <pc:spChg chg="mod">
          <ac:chgData name="Antoine BOSSIN" userId="351d2f97e4a54b3a" providerId="LiveId" clId="{1F14BF3D-48AD-41F1-B859-E500D049AB57}" dt="2026-05-13T08:11:46.829" v="35" actId="20577"/>
          <ac:spMkLst>
            <pc:docMk/>
            <pc:sldMk cId="0" sldId="263"/>
            <ac:spMk id="12" creationId="{00000000-0000-0000-0000-000000000000}"/>
          </ac:spMkLst>
        </pc:spChg>
        <pc:spChg chg="mod">
          <ac:chgData name="Antoine BOSSIN" userId="351d2f97e4a54b3a" providerId="LiveId" clId="{1F14BF3D-48AD-41F1-B859-E500D049AB57}" dt="2026-05-13T08:11:48.698" v="36" actId="1076"/>
          <ac:spMkLst>
            <pc:docMk/>
            <pc:sldMk cId="0" sldId="263"/>
            <ac:spMk id="13" creationId="{00000000-0000-0000-0000-000000000000}"/>
          </ac:spMkLst>
        </pc:spChg>
        <pc:spChg chg="mod">
          <ac:chgData name="Antoine BOSSIN" userId="351d2f97e4a54b3a" providerId="LiveId" clId="{1F14BF3D-48AD-41F1-B859-E500D049AB57}" dt="2026-05-13T08:11:59.633" v="39" actId="20577"/>
          <ac:spMkLst>
            <pc:docMk/>
            <pc:sldMk cId="0" sldId="263"/>
            <ac:spMk id="14" creationId="{00000000-0000-0000-0000-000000000000}"/>
          </ac:spMkLst>
        </pc:spChg>
        <pc:spChg chg="del mod">
          <ac:chgData name="Antoine BOSSIN" userId="351d2f97e4a54b3a" providerId="LiveId" clId="{1F14BF3D-48AD-41F1-B859-E500D049AB57}" dt="2026-05-13T08:12:35.181" v="49" actId="478"/>
          <ac:spMkLst>
            <pc:docMk/>
            <pc:sldMk cId="0" sldId="263"/>
            <ac:spMk id="21" creationId="{00000000-0000-0000-0000-000000000000}"/>
          </ac:spMkLst>
        </pc:spChg>
        <pc:spChg chg="del">
          <ac:chgData name="Antoine BOSSIN" userId="351d2f97e4a54b3a" providerId="LiveId" clId="{1F14BF3D-48AD-41F1-B859-E500D049AB57}" dt="2026-05-13T08:12:41.205" v="50" actId="478"/>
          <ac:spMkLst>
            <pc:docMk/>
            <pc:sldMk cId="0" sldId="263"/>
            <ac:spMk id="22" creationId="{00000000-0000-0000-0000-000000000000}"/>
          </ac:spMkLst>
        </pc:spChg>
        <pc:spChg chg="del">
          <ac:chgData name="Antoine BOSSIN" userId="351d2f97e4a54b3a" providerId="LiveId" clId="{1F14BF3D-48AD-41F1-B859-E500D049AB57}" dt="2026-05-13T08:12:05.798" v="40" actId="478"/>
          <ac:spMkLst>
            <pc:docMk/>
            <pc:sldMk cId="0" sldId="263"/>
            <ac:spMk id="23" creationId="{00000000-0000-0000-0000-000000000000}"/>
          </ac:spMkLst>
        </pc:spChg>
        <pc:spChg chg="del">
          <ac:chgData name="Antoine BOSSIN" userId="351d2f97e4a54b3a" providerId="LiveId" clId="{1F14BF3D-48AD-41F1-B859-E500D049AB57}" dt="2026-05-13T08:12:35.181" v="49" actId="478"/>
          <ac:spMkLst>
            <pc:docMk/>
            <pc:sldMk cId="0" sldId="263"/>
            <ac:spMk id="24" creationId="{00000000-0000-0000-0000-000000000000}"/>
          </ac:spMkLst>
        </pc:spChg>
        <pc:spChg chg="del">
          <ac:chgData name="Antoine BOSSIN" userId="351d2f97e4a54b3a" providerId="LiveId" clId="{1F14BF3D-48AD-41F1-B859-E500D049AB57}" dt="2026-05-13T08:12:35.181" v="49" actId="478"/>
          <ac:spMkLst>
            <pc:docMk/>
            <pc:sldMk cId="0" sldId="263"/>
            <ac:spMk id="25" creationId="{00000000-0000-0000-0000-000000000000}"/>
          </ac:spMkLst>
        </pc:spChg>
        <pc:spChg chg="del">
          <ac:chgData name="Antoine BOSSIN" userId="351d2f97e4a54b3a" providerId="LiveId" clId="{1F14BF3D-48AD-41F1-B859-E500D049AB57}" dt="2026-05-13T08:12:46.185" v="51" actId="478"/>
          <ac:spMkLst>
            <pc:docMk/>
            <pc:sldMk cId="0" sldId="263"/>
            <ac:spMk id="26" creationId="{00000000-0000-0000-0000-000000000000}"/>
          </ac:spMkLst>
        </pc:spChg>
        <pc:spChg chg="mod">
          <ac:chgData name="Antoine BOSSIN" userId="351d2f97e4a54b3a" providerId="LiveId" clId="{1F14BF3D-48AD-41F1-B859-E500D049AB57}" dt="2026-05-13T08:12:58.289" v="90" actId="1035"/>
          <ac:spMkLst>
            <pc:docMk/>
            <pc:sldMk cId="0" sldId="263"/>
            <ac:spMk id="27" creationId="{00000000-0000-0000-0000-000000000000}"/>
          </ac:spMkLst>
        </pc:spChg>
        <pc:spChg chg="mod">
          <ac:chgData name="Antoine BOSSIN" userId="351d2f97e4a54b3a" providerId="LiveId" clId="{1F14BF3D-48AD-41F1-B859-E500D049AB57}" dt="2026-05-13T08:12:58.289" v="90" actId="1035"/>
          <ac:spMkLst>
            <pc:docMk/>
            <pc:sldMk cId="0" sldId="263"/>
            <ac:spMk id="30" creationId="{00000000-0000-0000-0000-000000000000}"/>
          </ac:spMkLst>
        </pc:spChg>
        <pc:spChg chg="mod">
          <ac:chgData name="Antoine BOSSIN" userId="351d2f97e4a54b3a" providerId="LiveId" clId="{1F14BF3D-48AD-41F1-B859-E500D049AB57}" dt="2026-05-13T08:13:10.272" v="92" actId="20577"/>
          <ac:spMkLst>
            <pc:docMk/>
            <pc:sldMk cId="0" sldId="263"/>
            <ac:spMk id="32" creationId="{00000000-0000-0000-0000-000000000000}"/>
          </ac:spMkLst>
        </pc:spChg>
        <pc:spChg chg="mod">
          <ac:chgData name="Antoine BOSSIN" userId="351d2f97e4a54b3a" providerId="LiveId" clId="{1F14BF3D-48AD-41F1-B859-E500D049AB57}" dt="2026-05-13T08:12:58.289" v="90" actId="1035"/>
          <ac:spMkLst>
            <pc:docMk/>
            <pc:sldMk cId="0" sldId="263"/>
            <ac:spMk id="35" creationId="{00000000-0000-0000-0000-000000000000}"/>
          </ac:spMkLst>
        </pc:spChg>
        <pc:spChg chg="mod">
          <ac:chgData name="Antoine BOSSIN" userId="351d2f97e4a54b3a" providerId="LiveId" clId="{1F14BF3D-48AD-41F1-B859-E500D049AB57}" dt="2026-05-13T08:12:58.289" v="90" actId="1035"/>
          <ac:spMkLst>
            <pc:docMk/>
            <pc:sldMk cId="0" sldId="263"/>
            <ac:spMk id="36" creationId="{00000000-0000-0000-0000-000000000000}"/>
          </ac:spMkLst>
        </pc:spChg>
        <pc:spChg chg="mod">
          <ac:chgData name="Antoine BOSSIN" userId="351d2f97e4a54b3a" providerId="LiveId" clId="{1F14BF3D-48AD-41F1-B859-E500D049AB57}" dt="2026-05-13T08:12:58.289" v="90" actId="1035"/>
          <ac:spMkLst>
            <pc:docMk/>
            <pc:sldMk cId="0" sldId="263"/>
            <ac:spMk id="37" creationId="{00000000-0000-0000-0000-000000000000}"/>
          </ac:spMkLst>
        </pc:spChg>
        <pc:spChg chg="mod">
          <ac:chgData name="Antoine BOSSIN" userId="351d2f97e4a54b3a" providerId="LiveId" clId="{1F14BF3D-48AD-41F1-B859-E500D049AB57}" dt="2026-05-13T08:12:58.289" v="90" actId="1035"/>
          <ac:spMkLst>
            <pc:docMk/>
            <pc:sldMk cId="0" sldId="263"/>
            <ac:spMk id="39" creationId="{00000000-0000-0000-0000-000000000000}"/>
          </ac:spMkLst>
        </pc:spChg>
        <pc:spChg chg="mod">
          <ac:chgData name="Antoine BOSSIN" userId="351d2f97e4a54b3a" providerId="LiveId" clId="{1F14BF3D-48AD-41F1-B859-E500D049AB57}" dt="2026-05-13T08:12:58.289" v="90" actId="1035"/>
          <ac:spMkLst>
            <pc:docMk/>
            <pc:sldMk cId="0" sldId="263"/>
            <ac:spMk id="40" creationId="{00000000-0000-0000-0000-000000000000}"/>
          </ac:spMkLst>
        </pc:spChg>
        <pc:spChg chg="mod">
          <ac:chgData name="Antoine BOSSIN" userId="351d2f97e4a54b3a" providerId="LiveId" clId="{1F14BF3D-48AD-41F1-B859-E500D049AB57}" dt="2026-05-13T08:12:58.289" v="90" actId="1035"/>
          <ac:spMkLst>
            <pc:docMk/>
            <pc:sldMk cId="0" sldId="263"/>
            <ac:spMk id="41" creationId="{00000000-0000-0000-0000-000000000000}"/>
          </ac:spMkLst>
        </pc:spChg>
        <pc:spChg chg="mod">
          <ac:chgData name="Antoine BOSSIN" userId="351d2f97e4a54b3a" providerId="LiveId" clId="{1F14BF3D-48AD-41F1-B859-E500D049AB57}" dt="2026-05-13T08:13:25.731" v="94" actId="20577"/>
          <ac:spMkLst>
            <pc:docMk/>
            <pc:sldMk cId="0" sldId="263"/>
            <ac:spMk id="44" creationId="{00000000-0000-0000-0000-000000000000}"/>
          </ac:spMkLst>
        </pc:spChg>
        <pc:spChg chg="add mod">
          <ac:chgData name="Antoine BOSSIN" userId="351d2f97e4a54b3a" providerId="LiveId" clId="{1F14BF3D-48AD-41F1-B859-E500D049AB57}" dt="2026-05-13T08:12:10.617" v="41"/>
          <ac:spMkLst>
            <pc:docMk/>
            <pc:sldMk cId="0" sldId="263"/>
            <ac:spMk id="50" creationId="{18794D20-BDED-4C0C-26D9-24FFBFE8BCC9}"/>
          </ac:spMkLst>
        </pc:spChg>
        <pc:spChg chg="add del">
          <ac:chgData name="Antoine BOSSIN" userId="351d2f97e4a54b3a" providerId="LiveId" clId="{1F14BF3D-48AD-41F1-B859-E500D049AB57}" dt="2026-05-13T08:12:26.629" v="45" actId="22"/>
          <ac:spMkLst>
            <pc:docMk/>
            <pc:sldMk cId="0" sldId="263"/>
            <ac:spMk id="52" creationId="{50593ACC-1AA7-F4DD-00D4-0EEBECA43BD5}"/>
          </ac:spMkLst>
        </pc:spChg>
        <pc:spChg chg="add mod">
          <ac:chgData name="Antoine BOSSIN" userId="351d2f97e4a54b3a" providerId="LiveId" clId="{1F14BF3D-48AD-41F1-B859-E500D049AB57}" dt="2026-05-13T08:12:58.289" v="90" actId="1035"/>
          <ac:spMkLst>
            <pc:docMk/>
            <pc:sldMk cId="0" sldId="263"/>
            <ac:spMk id="54" creationId="{04D5997D-12BF-3638-F3B4-2F88B0468DA2}"/>
          </ac:spMkLst>
        </pc:spChg>
      </pc:sldChg>
      <pc:sldChg chg="modSp mod">
        <pc:chgData name="Antoine BOSSIN" userId="351d2f97e4a54b3a" providerId="LiveId" clId="{1F14BF3D-48AD-41F1-B859-E500D049AB57}" dt="2026-05-13T08:14:33.187" v="112" actId="20577"/>
        <pc:sldMkLst>
          <pc:docMk/>
          <pc:sldMk cId="0" sldId="264"/>
        </pc:sldMkLst>
        <pc:spChg chg="mod">
          <ac:chgData name="Antoine BOSSIN" userId="351d2f97e4a54b3a" providerId="LiveId" clId="{1F14BF3D-48AD-41F1-B859-E500D049AB57}" dt="2026-05-13T08:13:48.430" v="98" actId="20577"/>
          <ac:spMkLst>
            <pc:docMk/>
            <pc:sldMk cId="0" sldId="264"/>
            <ac:spMk id="26" creationId="{00000000-0000-0000-0000-000000000000}"/>
          </ac:spMkLst>
        </pc:spChg>
        <pc:spChg chg="mod">
          <ac:chgData name="Antoine BOSSIN" userId="351d2f97e4a54b3a" providerId="LiveId" clId="{1F14BF3D-48AD-41F1-B859-E500D049AB57}" dt="2026-05-13T08:14:29.221" v="102" actId="1076"/>
          <ac:spMkLst>
            <pc:docMk/>
            <pc:sldMk cId="0" sldId="264"/>
            <ac:spMk id="29" creationId="{00000000-0000-0000-0000-000000000000}"/>
          </ac:spMkLst>
        </pc:spChg>
        <pc:spChg chg="mod">
          <ac:chgData name="Antoine BOSSIN" userId="351d2f97e4a54b3a" providerId="LiveId" clId="{1F14BF3D-48AD-41F1-B859-E500D049AB57}" dt="2026-05-13T08:13:53.232" v="100" actId="20577"/>
          <ac:spMkLst>
            <pc:docMk/>
            <pc:sldMk cId="0" sldId="264"/>
            <ac:spMk id="32" creationId="{00000000-0000-0000-0000-000000000000}"/>
          </ac:spMkLst>
        </pc:spChg>
        <pc:spChg chg="mod">
          <ac:chgData name="Antoine BOSSIN" userId="351d2f97e4a54b3a" providerId="LiveId" clId="{1F14BF3D-48AD-41F1-B859-E500D049AB57}" dt="2026-05-13T08:14:33.187" v="112" actId="20577"/>
          <ac:spMkLst>
            <pc:docMk/>
            <pc:sldMk cId="0" sldId="264"/>
            <ac:spMk id="36" creationId="{00000000-0000-0000-0000-000000000000}"/>
          </ac:spMkLst>
        </pc:spChg>
      </pc:sldChg>
      <pc:sldChg chg="delSp modSp mod">
        <pc:chgData name="Antoine BOSSIN" userId="351d2f97e4a54b3a" providerId="LiveId" clId="{1F14BF3D-48AD-41F1-B859-E500D049AB57}" dt="2026-05-13T08:15:37.818" v="131" actId="478"/>
        <pc:sldMkLst>
          <pc:docMk/>
          <pc:sldMk cId="0" sldId="265"/>
        </pc:sldMkLst>
        <pc:spChg chg="mod">
          <ac:chgData name="Antoine BOSSIN" userId="351d2f97e4a54b3a" providerId="LiveId" clId="{1F14BF3D-48AD-41F1-B859-E500D049AB57}" dt="2026-05-13T08:14:44.996" v="114" actId="20577"/>
          <ac:spMkLst>
            <pc:docMk/>
            <pc:sldMk cId="0" sldId="265"/>
            <ac:spMk id="14" creationId="{00000000-0000-0000-0000-000000000000}"/>
          </ac:spMkLst>
        </pc:spChg>
        <pc:spChg chg="mod">
          <ac:chgData name="Antoine BOSSIN" userId="351d2f97e4a54b3a" providerId="LiveId" clId="{1F14BF3D-48AD-41F1-B859-E500D049AB57}" dt="2026-05-13T08:14:49.022" v="116" actId="20577"/>
          <ac:spMkLst>
            <pc:docMk/>
            <pc:sldMk cId="0" sldId="265"/>
            <ac:spMk id="20" creationId="{00000000-0000-0000-0000-000000000000}"/>
          </ac:spMkLst>
        </pc:spChg>
        <pc:spChg chg="mod">
          <ac:chgData name="Antoine BOSSIN" userId="351d2f97e4a54b3a" providerId="LiveId" clId="{1F14BF3D-48AD-41F1-B859-E500D049AB57}" dt="2026-05-13T08:14:55.677" v="118" actId="20577"/>
          <ac:spMkLst>
            <pc:docMk/>
            <pc:sldMk cId="0" sldId="265"/>
            <ac:spMk id="26" creationId="{00000000-0000-0000-0000-000000000000}"/>
          </ac:spMkLst>
        </pc:spChg>
        <pc:spChg chg="mod">
          <ac:chgData name="Antoine BOSSIN" userId="351d2f97e4a54b3a" providerId="LiveId" clId="{1F14BF3D-48AD-41F1-B859-E500D049AB57}" dt="2026-05-13T08:15:01.850" v="121" actId="20577"/>
          <ac:spMkLst>
            <pc:docMk/>
            <pc:sldMk cId="0" sldId="265"/>
            <ac:spMk id="32" creationId="{00000000-0000-0000-0000-000000000000}"/>
          </ac:spMkLst>
        </pc:spChg>
        <pc:spChg chg="del mod">
          <ac:chgData name="Antoine BOSSIN" userId="351d2f97e4a54b3a" providerId="LiveId" clId="{1F14BF3D-48AD-41F1-B859-E500D049AB57}" dt="2026-05-13T08:15:30.260" v="125" actId="478"/>
          <ac:spMkLst>
            <pc:docMk/>
            <pc:sldMk cId="0" sldId="265"/>
            <ac:spMk id="33" creationId="{00000000-0000-0000-0000-000000000000}"/>
          </ac:spMkLst>
        </pc:spChg>
        <pc:spChg chg="del">
          <ac:chgData name="Antoine BOSSIN" userId="351d2f97e4a54b3a" providerId="LiveId" clId="{1F14BF3D-48AD-41F1-B859-E500D049AB57}" dt="2026-05-13T08:15:35.309" v="128" actId="478"/>
          <ac:spMkLst>
            <pc:docMk/>
            <pc:sldMk cId="0" sldId="265"/>
            <ac:spMk id="35" creationId="{00000000-0000-0000-0000-000000000000}"/>
          </ac:spMkLst>
        </pc:spChg>
        <pc:spChg chg="del mod">
          <ac:chgData name="Antoine BOSSIN" userId="351d2f97e4a54b3a" providerId="LiveId" clId="{1F14BF3D-48AD-41F1-B859-E500D049AB57}" dt="2026-05-13T08:15:34.708" v="127" actId="478"/>
          <ac:spMkLst>
            <pc:docMk/>
            <pc:sldMk cId="0" sldId="265"/>
            <ac:spMk id="36" creationId="{00000000-0000-0000-0000-000000000000}"/>
          </ac:spMkLst>
        </pc:spChg>
        <pc:spChg chg="del">
          <ac:chgData name="Antoine BOSSIN" userId="351d2f97e4a54b3a" providerId="LiveId" clId="{1F14BF3D-48AD-41F1-B859-E500D049AB57}" dt="2026-05-13T08:15:36.283" v="129" actId="478"/>
          <ac:spMkLst>
            <pc:docMk/>
            <pc:sldMk cId="0" sldId="265"/>
            <ac:spMk id="37" creationId="{00000000-0000-0000-0000-000000000000}"/>
          </ac:spMkLst>
        </pc:spChg>
        <pc:spChg chg="del mod">
          <ac:chgData name="Antoine BOSSIN" userId="351d2f97e4a54b3a" providerId="LiveId" clId="{1F14BF3D-48AD-41F1-B859-E500D049AB57}" dt="2026-05-13T08:15:37.818" v="131" actId="478"/>
          <ac:spMkLst>
            <pc:docMk/>
            <pc:sldMk cId="0" sldId="265"/>
            <ac:spMk id="38" creationId="{00000000-0000-0000-0000-000000000000}"/>
          </ac:spMkLst>
        </pc:spChg>
        <pc:spChg chg="del">
          <ac:chgData name="Antoine BOSSIN" userId="351d2f97e4a54b3a" providerId="LiveId" clId="{1F14BF3D-48AD-41F1-B859-E500D049AB57}" dt="2026-05-13T08:15:21.761" v="123" actId="478"/>
          <ac:spMkLst>
            <pc:docMk/>
            <pc:sldMk cId="0" sldId="265"/>
            <ac:spMk id="39" creationId="{00000000-0000-0000-0000-000000000000}"/>
          </ac:spMkLst>
        </pc:spChg>
        <pc:spChg chg="del">
          <ac:chgData name="Antoine BOSSIN" userId="351d2f97e4a54b3a" providerId="LiveId" clId="{1F14BF3D-48AD-41F1-B859-E500D049AB57}" dt="2026-05-13T08:15:21.761" v="123" actId="478"/>
          <ac:spMkLst>
            <pc:docMk/>
            <pc:sldMk cId="0" sldId="265"/>
            <ac:spMk id="40" creationId="{00000000-0000-0000-0000-000000000000}"/>
          </ac:spMkLst>
        </pc:spChg>
        <pc:spChg chg="del">
          <ac:chgData name="Antoine BOSSIN" userId="351d2f97e4a54b3a" providerId="LiveId" clId="{1F14BF3D-48AD-41F1-B859-E500D049AB57}" dt="2026-05-13T08:15:21.761" v="123" actId="478"/>
          <ac:spMkLst>
            <pc:docMk/>
            <pc:sldMk cId="0" sldId="265"/>
            <ac:spMk id="41" creationId="{00000000-0000-0000-0000-000000000000}"/>
          </ac:spMkLst>
        </pc:spChg>
        <pc:spChg chg="del">
          <ac:chgData name="Antoine BOSSIN" userId="351d2f97e4a54b3a" providerId="LiveId" clId="{1F14BF3D-48AD-41F1-B859-E500D049AB57}" dt="2026-05-13T08:15:21.761" v="123" actId="478"/>
          <ac:spMkLst>
            <pc:docMk/>
            <pc:sldMk cId="0" sldId="265"/>
            <ac:spMk id="42" creationId="{00000000-0000-0000-0000-000000000000}"/>
          </ac:spMkLst>
        </pc:spChg>
        <pc:spChg chg="del">
          <ac:chgData name="Antoine BOSSIN" userId="351d2f97e4a54b3a" providerId="LiveId" clId="{1F14BF3D-48AD-41F1-B859-E500D049AB57}" dt="2026-05-13T08:15:21.761" v="123" actId="478"/>
          <ac:spMkLst>
            <pc:docMk/>
            <pc:sldMk cId="0" sldId="265"/>
            <ac:spMk id="43" creationId="{00000000-0000-0000-0000-000000000000}"/>
          </ac:spMkLst>
        </pc:spChg>
        <pc:spChg chg="del">
          <ac:chgData name="Antoine BOSSIN" userId="351d2f97e4a54b3a" providerId="LiveId" clId="{1F14BF3D-48AD-41F1-B859-E500D049AB57}" dt="2026-05-13T08:15:21.761" v="123" actId="478"/>
          <ac:spMkLst>
            <pc:docMk/>
            <pc:sldMk cId="0" sldId="265"/>
            <ac:spMk id="44" creationId="{00000000-0000-0000-0000-000000000000}"/>
          </ac:spMkLst>
        </pc:spChg>
      </pc:sldChg>
      <pc:sldChg chg="addSp delSp modSp del mod">
        <pc:chgData name="Antoine BOSSIN" userId="351d2f97e4a54b3a" providerId="LiveId" clId="{1F14BF3D-48AD-41F1-B859-E500D049AB57}" dt="2026-05-13T08:17:01.789" v="154" actId="47"/>
        <pc:sldMkLst>
          <pc:docMk/>
          <pc:sldMk cId="0" sldId="267"/>
        </pc:sldMkLst>
        <pc:spChg chg="mod">
          <ac:chgData name="Antoine BOSSIN" userId="351d2f97e4a54b3a" providerId="LiveId" clId="{1F14BF3D-48AD-41F1-B859-E500D049AB57}" dt="2026-05-13T08:16:01.887" v="134" actId="20577"/>
          <ac:spMkLst>
            <pc:docMk/>
            <pc:sldMk cId="0" sldId="267"/>
            <ac:spMk id="14" creationId="{00000000-0000-0000-0000-000000000000}"/>
          </ac:spMkLst>
        </pc:spChg>
        <pc:spChg chg="del">
          <ac:chgData name="Antoine BOSSIN" userId="351d2f97e4a54b3a" providerId="LiveId" clId="{1F14BF3D-48AD-41F1-B859-E500D049AB57}" dt="2026-05-13T08:16:16.312" v="137" actId="478"/>
          <ac:spMkLst>
            <pc:docMk/>
            <pc:sldMk cId="0" sldId="267"/>
            <ac:spMk id="15" creationId="{00000000-0000-0000-0000-000000000000}"/>
          </ac:spMkLst>
        </pc:spChg>
        <pc:spChg chg="del">
          <ac:chgData name="Antoine BOSSIN" userId="351d2f97e4a54b3a" providerId="LiveId" clId="{1F14BF3D-48AD-41F1-B859-E500D049AB57}" dt="2026-05-13T08:16:17.902" v="138" actId="478"/>
          <ac:spMkLst>
            <pc:docMk/>
            <pc:sldMk cId="0" sldId="267"/>
            <ac:spMk id="17" creationId="{00000000-0000-0000-0000-000000000000}"/>
          </ac:spMkLst>
        </pc:spChg>
        <pc:spChg chg="del">
          <ac:chgData name="Antoine BOSSIN" userId="351d2f97e4a54b3a" providerId="LiveId" clId="{1F14BF3D-48AD-41F1-B859-E500D049AB57}" dt="2026-05-13T08:16:16.312" v="137" actId="478"/>
          <ac:spMkLst>
            <pc:docMk/>
            <pc:sldMk cId="0" sldId="267"/>
            <ac:spMk id="18" creationId="{00000000-0000-0000-0000-000000000000}"/>
          </ac:spMkLst>
        </pc:spChg>
        <pc:spChg chg="del">
          <ac:chgData name="Antoine BOSSIN" userId="351d2f97e4a54b3a" providerId="LiveId" clId="{1F14BF3D-48AD-41F1-B859-E500D049AB57}" dt="2026-05-13T08:16:16.312" v="137" actId="478"/>
          <ac:spMkLst>
            <pc:docMk/>
            <pc:sldMk cId="0" sldId="267"/>
            <ac:spMk id="19" creationId="{00000000-0000-0000-0000-000000000000}"/>
          </ac:spMkLst>
        </pc:spChg>
        <pc:spChg chg="del mod">
          <ac:chgData name="Antoine BOSSIN" userId="351d2f97e4a54b3a" providerId="LiveId" clId="{1F14BF3D-48AD-41F1-B859-E500D049AB57}" dt="2026-05-13T08:16:16.312" v="137" actId="478"/>
          <ac:spMkLst>
            <pc:docMk/>
            <pc:sldMk cId="0" sldId="267"/>
            <ac:spMk id="20" creationId="{00000000-0000-0000-0000-000000000000}"/>
          </ac:spMkLst>
        </pc:spChg>
        <pc:spChg chg="mod">
          <ac:chgData name="Antoine BOSSIN" userId="351d2f97e4a54b3a" providerId="LiveId" clId="{1F14BF3D-48AD-41F1-B859-E500D049AB57}" dt="2026-05-13T08:16:24.410" v="141" actId="20577"/>
          <ac:spMkLst>
            <pc:docMk/>
            <pc:sldMk cId="0" sldId="267"/>
            <ac:spMk id="26" creationId="{00000000-0000-0000-0000-000000000000}"/>
          </ac:spMkLst>
        </pc:spChg>
        <pc:spChg chg="del">
          <ac:chgData name="Antoine BOSSIN" userId="351d2f97e4a54b3a" providerId="LiveId" clId="{1F14BF3D-48AD-41F1-B859-E500D049AB57}" dt="2026-05-13T08:16:47.319" v="153" actId="478"/>
          <ac:spMkLst>
            <pc:docMk/>
            <pc:sldMk cId="0" sldId="267"/>
            <ac:spMk id="27" creationId="{00000000-0000-0000-0000-000000000000}"/>
          </ac:spMkLst>
        </pc:spChg>
        <pc:spChg chg="del">
          <ac:chgData name="Antoine BOSSIN" userId="351d2f97e4a54b3a" providerId="LiveId" clId="{1F14BF3D-48AD-41F1-B859-E500D049AB57}" dt="2026-05-13T08:16:39.946" v="149" actId="478"/>
          <ac:spMkLst>
            <pc:docMk/>
            <pc:sldMk cId="0" sldId="267"/>
            <ac:spMk id="29" creationId="{00000000-0000-0000-0000-000000000000}"/>
          </ac:spMkLst>
        </pc:spChg>
        <pc:spChg chg="del mod">
          <ac:chgData name="Antoine BOSSIN" userId="351d2f97e4a54b3a" providerId="LiveId" clId="{1F14BF3D-48AD-41F1-B859-E500D049AB57}" dt="2026-05-13T08:16:45.231" v="152" actId="478"/>
          <ac:spMkLst>
            <pc:docMk/>
            <pc:sldMk cId="0" sldId="267"/>
            <ac:spMk id="30" creationId="{00000000-0000-0000-0000-000000000000}"/>
          </ac:spMkLst>
        </pc:spChg>
        <pc:spChg chg="del">
          <ac:chgData name="Antoine BOSSIN" userId="351d2f97e4a54b3a" providerId="LiveId" clId="{1F14BF3D-48AD-41F1-B859-E500D049AB57}" dt="2026-05-13T08:16:38.920" v="148" actId="478"/>
          <ac:spMkLst>
            <pc:docMk/>
            <pc:sldMk cId="0" sldId="267"/>
            <ac:spMk id="31" creationId="{00000000-0000-0000-0000-000000000000}"/>
          </ac:spMkLst>
        </pc:spChg>
        <pc:spChg chg="del">
          <ac:chgData name="Antoine BOSSIN" userId="351d2f97e4a54b3a" providerId="LiveId" clId="{1F14BF3D-48AD-41F1-B859-E500D049AB57}" dt="2026-05-13T08:16:37.576" v="147" actId="478"/>
          <ac:spMkLst>
            <pc:docMk/>
            <pc:sldMk cId="0" sldId="267"/>
            <ac:spMk id="32" creationId="{00000000-0000-0000-0000-000000000000}"/>
          </ac:spMkLst>
        </pc:spChg>
        <pc:spChg chg="del">
          <ac:chgData name="Antoine BOSSIN" userId="351d2f97e4a54b3a" providerId="LiveId" clId="{1F14BF3D-48AD-41F1-B859-E500D049AB57}" dt="2026-05-13T08:16:42.695" v="151" actId="478"/>
          <ac:spMkLst>
            <pc:docMk/>
            <pc:sldMk cId="0" sldId="267"/>
            <ac:spMk id="36" creationId="{00000000-0000-0000-0000-000000000000}"/>
          </ac:spMkLst>
        </pc:spChg>
        <pc:spChg chg="add del mod">
          <ac:chgData name="Antoine BOSSIN" userId="351d2f97e4a54b3a" providerId="LiveId" clId="{1F14BF3D-48AD-41F1-B859-E500D049AB57}" dt="2026-05-13T08:16:29.906" v="143" actId="478"/>
          <ac:spMkLst>
            <pc:docMk/>
            <pc:sldMk cId="0" sldId="267"/>
            <ac:spMk id="50" creationId="{0241F19C-72C9-DE96-2CA2-FCC0356E4A00}"/>
          </ac:spMkLst>
        </pc:spChg>
        <pc:spChg chg="add del mod">
          <ac:chgData name="Antoine BOSSIN" userId="351d2f97e4a54b3a" providerId="LiveId" clId="{1F14BF3D-48AD-41F1-B859-E500D049AB57}" dt="2026-05-13T08:16:35.616" v="146" actId="478"/>
          <ac:spMkLst>
            <pc:docMk/>
            <pc:sldMk cId="0" sldId="267"/>
            <ac:spMk id="51" creationId="{606A2D0B-B9D9-CC72-3A5D-FA3C2AA0454B}"/>
          </ac:spMkLst>
        </pc:spChg>
        <pc:spChg chg="add del mod">
          <ac:chgData name="Antoine BOSSIN" userId="351d2f97e4a54b3a" providerId="LiveId" clId="{1F14BF3D-48AD-41F1-B859-E500D049AB57}" dt="2026-05-13T08:16:34.054" v="145" actId="478"/>
          <ac:spMkLst>
            <pc:docMk/>
            <pc:sldMk cId="0" sldId="267"/>
            <ac:spMk id="52" creationId="{A44E735D-DF11-8A81-BC88-FA3F87D74F80}"/>
          </ac:spMkLst>
        </pc:spChg>
        <pc:spChg chg="add del mod">
          <ac:chgData name="Antoine BOSSIN" userId="351d2f97e4a54b3a" providerId="LiveId" clId="{1F14BF3D-48AD-41F1-B859-E500D049AB57}" dt="2026-05-13T08:16:34.054" v="145" actId="478"/>
          <ac:spMkLst>
            <pc:docMk/>
            <pc:sldMk cId="0" sldId="267"/>
            <ac:spMk id="53" creationId="{339EC330-C49C-352D-B166-52C194B4647F}"/>
          </ac:spMkLst>
        </pc:spChg>
      </pc:sldChg>
      <pc:sldChg chg="delSp modSp mod">
        <pc:chgData name="Antoine BOSSIN" userId="351d2f97e4a54b3a" providerId="LiveId" clId="{1F14BF3D-48AD-41F1-B859-E500D049AB57}" dt="2026-05-13T08:17:54.788" v="201" actId="1035"/>
        <pc:sldMkLst>
          <pc:docMk/>
          <pc:sldMk cId="0" sldId="268"/>
        </pc:sldMkLst>
        <pc:spChg chg="mod">
          <ac:chgData name="Antoine BOSSIN" userId="351d2f97e4a54b3a" providerId="LiveId" clId="{1F14BF3D-48AD-41F1-B859-E500D049AB57}" dt="2026-05-13T08:17:14.544" v="161" actId="20577"/>
          <ac:spMkLst>
            <pc:docMk/>
            <pc:sldMk cId="0" sldId="268"/>
            <ac:spMk id="14" creationId="{00000000-0000-0000-0000-000000000000}"/>
          </ac:spMkLst>
        </pc:spChg>
        <pc:spChg chg="mod">
          <ac:chgData name="Antoine BOSSIN" userId="351d2f97e4a54b3a" providerId="LiveId" clId="{1F14BF3D-48AD-41F1-B859-E500D049AB57}" dt="2026-05-13T08:17:20.275" v="164" actId="20577"/>
          <ac:spMkLst>
            <pc:docMk/>
            <pc:sldMk cId="0" sldId="268"/>
            <ac:spMk id="20" creationId="{00000000-0000-0000-0000-000000000000}"/>
          </ac:spMkLst>
        </pc:spChg>
        <pc:spChg chg="mod">
          <ac:chgData name="Antoine BOSSIN" userId="351d2f97e4a54b3a" providerId="LiveId" clId="{1F14BF3D-48AD-41F1-B859-E500D049AB57}" dt="2026-05-13T08:17:25.037" v="166" actId="20577"/>
          <ac:spMkLst>
            <pc:docMk/>
            <pc:sldMk cId="0" sldId="268"/>
            <ac:spMk id="26" creationId="{00000000-0000-0000-0000-000000000000}"/>
          </ac:spMkLst>
        </pc:spChg>
        <pc:spChg chg="del">
          <ac:chgData name="Antoine BOSSIN" userId="351d2f97e4a54b3a" providerId="LiveId" clId="{1F14BF3D-48AD-41F1-B859-E500D049AB57}" dt="2026-05-13T08:17:41.676" v="167" actId="478"/>
          <ac:spMkLst>
            <pc:docMk/>
            <pc:sldMk cId="0" sldId="268"/>
            <ac:spMk id="27" creationId="{00000000-0000-0000-0000-000000000000}"/>
          </ac:spMkLst>
        </pc:spChg>
        <pc:spChg chg="del">
          <ac:chgData name="Antoine BOSSIN" userId="351d2f97e4a54b3a" providerId="LiveId" clId="{1F14BF3D-48AD-41F1-B859-E500D049AB57}" dt="2026-05-13T08:17:41.676" v="167" actId="478"/>
          <ac:spMkLst>
            <pc:docMk/>
            <pc:sldMk cId="0" sldId="268"/>
            <ac:spMk id="28" creationId="{00000000-0000-0000-0000-000000000000}"/>
          </ac:spMkLst>
        </pc:spChg>
        <pc:spChg chg="del">
          <ac:chgData name="Antoine BOSSIN" userId="351d2f97e4a54b3a" providerId="LiveId" clId="{1F14BF3D-48AD-41F1-B859-E500D049AB57}" dt="2026-05-13T08:17:43.960" v="168" actId="478"/>
          <ac:spMkLst>
            <pc:docMk/>
            <pc:sldMk cId="0" sldId="268"/>
            <ac:spMk id="29" creationId="{00000000-0000-0000-0000-000000000000}"/>
          </ac:spMkLst>
        </pc:spChg>
        <pc:spChg chg="del">
          <ac:chgData name="Antoine BOSSIN" userId="351d2f97e4a54b3a" providerId="LiveId" clId="{1F14BF3D-48AD-41F1-B859-E500D049AB57}" dt="2026-05-13T08:17:41.676" v="167" actId="478"/>
          <ac:spMkLst>
            <pc:docMk/>
            <pc:sldMk cId="0" sldId="268"/>
            <ac:spMk id="30" creationId="{00000000-0000-0000-0000-000000000000}"/>
          </ac:spMkLst>
        </pc:spChg>
        <pc:spChg chg="del">
          <ac:chgData name="Antoine BOSSIN" userId="351d2f97e4a54b3a" providerId="LiveId" clId="{1F14BF3D-48AD-41F1-B859-E500D049AB57}" dt="2026-05-13T08:17:43.960" v="168" actId="478"/>
          <ac:spMkLst>
            <pc:docMk/>
            <pc:sldMk cId="0" sldId="268"/>
            <ac:spMk id="31" creationId="{00000000-0000-0000-0000-000000000000}"/>
          </ac:spMkLst>
        </pc:spChg>
        <pc:spChg chg="del">
          <ac:chgData name="Antoine BOSSIN" userId="351d2f97e4a54b3a" providerId="LiveId" clId="{1F14BF3D-48AD-41F1-B859-E500D049AB57}" dt="2026-05-13T08:17:41.676" v="167" actId="478"/>
          <ac:spMkLst>
            <pc:docMk/>
            <pc:sldMk cId="0" sldId="268"/>
            <ac:spMk id="32" creationId="{00000000-0000-0000-0000-000000000000}"/>
          </ac:spMkLst>
        </pc:spChg>
        <pc:spChg chg="mod">
          <ac:chgData name="Antoine BOSSIN" userId="351d2f97e4a54b3a" providerId="LiveId" clId="{1F14BF3D-48AD-41F1-B859-E500D049AB57}" dt="2026-05-13T08:17:54.788" v="201" actId="1035"/>
          <ac:spMkLst>
            <pc:docMk/>
            <pc:sldMk cId="0" sldId="268"/>
            <ac:spMk id="33" creationId="{00000000-0000-0000-0000-000000000000}"/>
          </ac:spMkLst>
        </pc:spChg>
        <pc:spChg chg="mod">
          <ac:chgData name="Antoine BOSSIN" userId="351d2f97e4a54b3a" providerId="LiveId" clId="{1F14BF3D-48AD-41F1-B859-E500D049AB57}" dt="2026-05-13T08:17:54.788" v="201" actId="1035"/>
          <ac:spMkLst>
            <pc:docMk/>
            <pc:sldMk cId="0" sldId="268"/>
            <ac:spMk id="34" creationId="{00000000-0000-0000-0000-000000000000}"/>
          </ac:spMkLst>
        </pc:spChg>
        <pc:spChg chg="mod">
          <ac:chgData name="Antoine BOSSIN" userId="351d2f97e4a54b3a" providerId="LiveId" clId="{1F14BF3D-48AD-41F1-B859-E500D049AB57}" dt="2026-05-13T08:17:54.788" v="201" actId="1035"/>
          <ac:spMkLst>
            <pc:docMk/>
            <pc:sldMk cId="0" sldId="268"/>
            <ac:spMk id="35" creationId="{00000000-0000-0000-0000-000000000000}"/>
          </ac:spMkLst>
        </pc:spChg>
        <pc:spChg chg="mod">
          <ac:chgData name="Antoine BOSSIN" userId="351d2f97e4a54b3a" providerId="LiveId" clId="{1F14BF3D-48AD-41F1-B859-E500D049AB57}" dt="2026-05-13T08:17:54.788" v="201" actId="1035"/>
          <ac:spMkLst>
            <pc:docMk/>
            <pc:sldMk cId="0" sldId="268"/>
            <ac:spMk id="36" creationId="{00000000-0000-0000-0000-000000000000}"/>
          </ac:spMkLst>
        </pc:spChg>
        <pc:spChg chg="mod">
          <ac:chgData name="Antoine BOSSIN" userId="351d2f97e4a54b3a" providerId="LiveId" clId="{1F14BF3D-48AD-41F1-B859-E500D049AB57}" dt="2026-05-13T08:17:54.788" v="201" actId="1035"/>
          <ac:spMkLst>
            <pc:docMk/>
            <pc:sldMk cId="0" sldId="268"/>
            <ac:spMk id="37" creationId="{00000000-0000-0000-0000-000000000000}"/>
          </ac:spMkLst>
        </pc:spChg>
        <pc:spChg chg="mod">
          <ac:chgData name="Antoine BOSSIN" userId="351d2f97e4a54b3a" providerId="LiveId" clId="{1F14BF3D-48AD-41F1-B859-E500D049AB57}" dt="2026-05-13T08:17:54.788" v="201" actId="1035"/>
          <ac:spMkLst>
            <pc:docMk/>
            <pc:sldMk cId="0" sldId="268"/>
            <ac:spMk id="38" creationId="{00000000-0000-0000-0000-000000000000}"/>
          </ac:spMkLst>
        </pc:spChg>
      </pc:sldChg>
      <pc:sldChg chg="addSp modSp mod">
        <pc:chgData name="Antoine BOSSIN" userId="351d2f97e4a54b3a" providerId="LiveId" clId="{1F14BF3D-48AD-41F1-B859-E500D049AB57}" dt="2026-05-13T08:19:29.516" v="287" actId="1037"/>
        <pc:sldMkLst>
          <pc:docMk/>
          <pc:sldMk cId="0" sldId="269"/>
        </pc:sldMkLst>
        <pc:spChg chg="mod">
          <ac:chgData name="Antoine BOSSIN" userId="351d2f97e4a54b3a" providerId="LiveId" clId="{1F14BF3D-48AD-41F1-B859-E500D049AB57}" dt="2026-05-13T08:18:16.046" v="206" actId="20577"/>
          <ac:spMkLst>
            <pc:docMk/>
            <pc:sldMk cId="0" sldId="269"/>
            <ac:spMk id="20" creationId="{00000000-0000-0000-0000-000000000000}"/>
          </ac:spMkLst>
        </pc:spChg>
        <pc:spChg chg="mod">
          <ac:chgData name="Antoine BOSSIN" userId="351d2f97e4a54b3a" providerId="LiveId" clId="{1F14BF3D-48AD-41F1-B859-E500D049AB57}" dt="2026-05-13T08:18:25.955" v="209" actId="20577"/>
          <ac:spMkLst>
            <pc:docMk/>
            <pc:sldMk cId="0" sldId="269"/>
            <ac:spMk id="26" creationId="{00000000-0000-0000-0000-000000000000}"/>
          </ac:spMkLst>
        </pc:spChg>
        <pc:spChg chg="mod">
          <ac:chgData name="Antoine BOSSIN" userId="351d2f97e4a54b3a" providerId="LiveId" clId="{1F14BF3D-48AD-41F1-B859-E500D049AB57}" dt="2026-05-13T08:19:29.516" v="287" actId="1037"/>
          <ac:spMkLst>
            <pc:docMk/>
            <pc:sldMk cId="0" sldId="269"/>
            <ac:spMk id="27" creationId="{00000000-0000-0000-0000-000000000000}"/>
          </ac:spMkLst>
        </pc:spChg>
        <pc:spChg chg="mod">
          <ac:chgData name="Antoine BOSSIN" userId="351d2f97e4a54b3a" providerId="LiveId" clId="{1F14BF3D-48AD-41F1-B859-E500D049AB57}" dt="2026-05-13T08:18:46.689" v="234" actId="1036"/>
          <ac:spMkLst>
            <pc:docMk/>
            <pc:sldMk cId="0" sldId="269"/>
            <ac:spMk id="28" creationId="{00000000-0000-0000-0000-000000000000}"/>
          </ac:spMkLst>
        </pc:spChg>
        <pc:spChg chg="mod">
          <ac:chgData name="Antoine BOSSIN" userId="351d2f97e4a54b3a" providerId="LiveId" clId="{1F14BF3D-48AD-41F1-B859-E500D049AB57}" dt="2026-05-13T08:18:46.689" v="234" actId="1036"/>
          <ac:spMkLst>
            <pc:docMk/>
            <pc:sldMk cId="0" sldId="269"/>
            <ac:spMk id="30" creationId="{00000000-0000-0000-0000-000000000000}"/>
          </ac:spMkLst>
        </pc:spChg>
        <pc:spChg chg="mod">
          <ac:chgData name="Antoine BOSSIN" userId="351d2f97e4a54b3a" providerId="LiveId" clId="{1F14BF3D-48AD-41F1-B859-E500D049AB57}" dt="2026-05-13T08:18:46.689" v="234" actId="1036"/>
          <ac:spMkLst>
            <pc:docMk/>
            <pc:sldMk cId="0" sldId="269"/>
            <ac:spMk id="31" creationId="{00000000-0000-0000-0000-000000000000}"/>
          </ac:spMkLst>
        </pc:spChg>
        <pc:spChg chg="mod">
          <ac:chgData name="Antoine BOSSIN" userId="351d2f97e4a54b3a" providerId="LiveId" clId="{1F14BF3D-48AD-41F1-B859-E500D049AB57}" dt="2026-05-13T08:18:46.689" v="234" actId="1036"/>
          <ac:spMkLst>
            <pc:docMk/>
            <pc:sldMk cId="0" sldId="269"/>
            <ac:spMk id="33" creationId="{00000000-0000-0000-0000-000000000000}"/>
          </ac:spMkLst>
        </pc:spChg>
        <pc:spChg chg="mod">
          <ac:chgData name="Antoine BOSSIN" userId="351d2f97e4a54b3a" providerId="LiveId" clId="{1F14BF3D-48AD-41F1-B859-E500D049AB57}" dt="2026-05-13T08:18:46.689" v="234" actId="1036"/>
          <ac:spMkLst>
            <pc:docMk/>
            <pc:sldMk cId="0" sldId="269"/>
            <ac:spMk id="34" creationId="{00000000-0000-0000-0000-000000000000}"/>
          </ac:spMkLst>
        </pc:spChg>
        <pc:spChg chg="mod">
          <ac:chgData name="Antoine BOSSIN" userId="351d2f97e4a54b3a" providerId="LiveId" clId="{1F14BF3D-48AD-41F1-B859-E500D049AB57}" dt="2026-05-13T08:18:46.689" v="234" actId="1036"/>
          <ac:spMkLst>
            <pc:docMk/>
            <pc:sldMk cId="0" sldId="269"/>
            <ac:spMk id="35" creationId="{00000000-0000-0000-0000-000000000000}"/>
          </ac:spMkLst>
        </pc:spChg>
        <pc:spChg chg="mod">
          <ac:chgData name="Antoine BOSSIN" userId="351d2f97e4a54b3a" providerId="LiveId" clId="{1F14BF3D-48AD-41F1-B859-E500D049AB57}" dt="2026-05-13T08:18:46.689" v="234" actId="1036"/>
          <ac:spMkLst>
            <pc:docMk/>
            <pc:sldMk cId="0" sldId="269"/>
            <ac:spMk id="36" creationId="{00000000-0000-0000-0000-000000000000}"/>
          </ac:spMkLst>
        </pc:spChg>
        <pc:spChg chg="mod">
          <ac:chgData name="Antoine BOSSIN" userId="351d2f97e4a54b3a" providerId="LiveId" clId="{1F14BF3D-48AD-41F1-B859-E500D049AB57}" dt="2026-05-13T08:18:46.689" v="234" actId="1036"/>
          <ac:spMkLst>
            <pc:docMk/>
            <pc:sldMk cId="0" sldId="269"/>
            <ac:spMk id="37" creationId="{00000000-0000-0000-0000-000000000000}"/>
          </ac:spMkLst>
        </pc:spChg>
        <pc:spChg chg="mod">
          <ac:chgData name="Antoine BOSSIN" userId="351d2f97e4a54b3a" providerId="LiveId" clId="{1F14BF3D-48AD-41F1-B859-E500D049AB57}" dt="2026-05-13T08:18:46.689" v="234" actId="1036"/>
          <ac:spMkLst>
            <pc:docMk/>
            <pc:sldMk cId="0" sldId="269"/>
            <ac:spMk id="38" creationId="{00000000-0000-0000-0000-000000000000}"/>
          </ac:spMkLst>
        </pc:spChg>
        <pc:spChg chg="add mod">
          <ac:chgData name="Antoine BOSSIN" userId="351d2f97e4a54b3a" providerId="LiveId" clId="{1F14BF3D-48AD-41F1-B859-E500D049AB57}" dt="2026-05-13T08:19:18.742" v="280" actId="20577"/>
          <ac:spMkLst>
            <pc:docMk/>
            <pc:sldMk cId="0" sldId="269"/>
            <ac:spMk id="44" creationId="{D6B3DF5A-14E0-EAD9-347C-6EEFA98CEECD}"/>
          </ac:spMkLst>
        </pc:spChg>
      </pc:sldChg>
      <pc:sldChg chg="modSp mod">
        <pc:chgData name="Antoine BOSSIN" userId="351d2f97e4a54b3a" providerId="LiveId" clId="{1F14BF3D-48AD-41F1-B859-E500D049AB57}" dt="2026-05-13T08:20:37.959" v="295" actId="20577"/>
        <pc:sldMkLst>
          <pc:docMk/>
          <pc:sldMk cId="0" sldId="270"/>
        </pc:sldMkLst>
        <pc:spChg chg="mod">
          <ac:chgData name="Antoine BOSSIN" userId="351d2f97e4a54b3a" providerId="LiveId" clId="{1F14BF3D-48AD-41F1-B859-E500D049AB57}" dt="2026-05-13T08:20:21.717" v="289" actId="1076"/>
          <ac:spMkLst>
            <pc:docMk/>
            <pc:sldMk cId="0" sldId="270"/>
            <ac:spMk id="17" creationId="{00000000-0000-0000-0000-000000000000}"/>
          </ac:spMkLst>
        </pc:spChg>
        <pc:spChg chg="mod">
          <ac:chgData name="Antoine BOSSIN" userId="351d2f97e4a54b3a" providerId="LiveId" clId="{1F14BF3D-48AD-41F1-B859-E500D049AB57}" dt="2026-05-13T08:20:37.959" v="295" actId="20577"/>
          <ac:spMkLst>
            <pc:docMk/>
            <pc:sldMk cId="0" sldId="270"/>
            <ac:spMk id="20" creationId="{00000000-0000-0000-0000-000000000000}"/>
          </ac:spMkLst>
        </pc:spChg>
        <pc:spChg chg="mod">
          <ac:chgData name="Antoine BOSSIN" userId="351d2f97e4a54b3a" providerId="LiveId" clId="{1F14BF3D-48AD-41F1-B859-E500D049AB57}" dt="2026-05-13T08:20:29.932" v="292" actId="20577"/>
          <ac:spMkLst>
            <pc:docMk/>
            <pc:sldMk cId="0" sldId="270"/>
            <ac:spMk id="26" creationId="{00000000-0000-0000-0000-000000000000}"/>
          </ac:spMkLst>
        </pc:spChg>
      </pc:sldChg>
      <pc:sldChg chg="delSp modSp mod">
        <pc:chgData name="Antoine BOSSIN" userId="351d2f97e4a54b3a" providerId="LiveId" clId="{1F14BF3D-48AD-41F1-B859-E500D049AB57}" dt="2026-05-13T08:21:26.774" v="300" actId="478"/>
        <pc:sldMkLst>
          <pc:docMk/>
          <pc:sldMk cId="0" sldId="271"/>
        </pc:sldMkLst>
        <pc:spChg chg="mod">
          <ac:chgData name="Antoine BOSSIN" userId="351d2f97e4a54b3a" providerId="LiveId" clId="{1F14BF3D-48AD-41F1-B859-E500D049AB57}" dt="2026-05-13T08:21:01.412" v="298" actId="20577"/>
          <ac:spMkLst>
            <pc:docMk/>
            <pc:sldMk cId="0" sldId="271"/>
            <ac:spMk id="14" creationId="{00000000-0000-0000-0000-000000000000}"/>
          </ac:spMkLst>
        </pc:spChg>
        <pc:spChg chg="del">
          <ac:chgData name="Antoine BOSSIN" userId="351d2f97e4a54b3a" providerId="LiveId" clId="{1F14BF3D-48AD-41F1-B859-E500D049AB57}" dt="2026-05-13T08:21:11.928" v="299" actId="478"/>
          <ac:spMkLst>
            <pc:docMk/>
            <pc:sldMk cId="0" sldId="271"/>
            <ac:spMk id="15" creationId="{00000000-0000-0000-0000-000000000000}"/>
          </ac:spMkLst>
        </pc:spChg>
        <pc:spChg chg="del">
          <ac:chgData name="Antoine BOSSIN" userId="351d2f97e4a54b3a" providerId="LiveId" clId="{1F14BF3D-48AD-41F1-B859-E500D049AB57}" dt="2026-05-13T08:21:11.928" v="299" actId="478"/>
          <ac:spMkLst>
            <pc:docMk/>
            <pc:sldMk cId="0" sldId="271"/>
            <ac:spMk id="16" creationId="{00000000-0000-0000-0000-000000000000}"/>
          </ac:spMkLst>
        </pc:spChg>
        <pc:spChg chg="del">
          <ac:chgData name="Antoine BOSSIN" userId="351d2f97e4a54b3a" providerId="LiveId" clId="{1F14BF3D-48AD-41F1-B859-E500D049AB57}" dt="2026-05-13T08:21:11.928" v="299" actId="478"/>
          <ac:spMkLst>
            <pc:docMk/>
            <pc:sldMk cId="0" sldId="271"/>
            <ac:spMk id="17" creationId="{00000000-0000-0000-0000-000000000000}"/>
          </ac:spMkLst>
        </pc:spChg>
        <pc:spChg chg="del">
          <ac:chgData name="Antoine BOSSIN" userId="351d2f97e4a54b3a" providerId="LiveId" clId="{1F14BF3D-48AD-41F1-B859-E500D049AB57}" dt="2026-05-13T08:21:11.928" v="299" actId="478"/>
          <ac:spMkLst>
            <pc:docMk/>
            <pc:sldMk cId="0" sldId="271"/>
            <ac:spMk id="18" creationId="{00000000-0000-0000-0000-000000000000}"/>
          </ac:spMkLst>
        </pc:spChg>
        <pc:spChg chg="del">
          <ac:chgData name="Antoine BOSSIN" userId="351d2f97e4a54b3a" providerId="LiveId" clId="{1F14BF3D-48AD-41F1-B859-E500D049AB57}" dt="2026-05-13T08:21:11.928" v="299" actId="478"/>
          <ac:spMkLst>
            <pc:docMk/>
            <pc:sldMk cId="0" sldId="271"/>
            <ac:spMk id="19" creationId="{00000000-0000-0000-0000-000000000000}"/>
          </ac:spMkLst>
        </pc:spChg>
        <pc:spChg chg="del">
          <ac:chgData name="Antoine BOSSIN" userId="351d2f97e4a54b3a" providerId="LiveId" clId="{1F14BF3D-48AD-41F1-B859-E500D049AB57}" dt="2026-05-13T08:21:11.928" v="299" actId="478"/>
          <ac:spMkLst>
            <pc:docMk/>
            <pc:sldMk cId="0" sldId="271"/>
            <ac:spMk id="20" creationId="{00000000-0000-0000-0000-000000000000}"/>
          </ac:spMkLst>
        </pc:spChg>
        <pc:spChg chg="del">
          <ac:chgData name="Antoine BOSSIN" userId="351d2f97e4a54b3a" providerId="LiveId" clId="{1F14BF3D-48AD-41F1-B859-E500D049AB57}" dt="2026-05-13T08:21:26.774" v="300" actId="478"/>
          <ac:spMkLst>
            <pc:docMk/>
            <pc:sldMk cId="0" sldId="271"/>
            <ac:spMk id="21" creationId="{00000000-0000-0000-0000-000000000000}"/>
          </ac:spMkLst>
        </pc:spChg>
        <pc:spChg chg="del">
          <ac:chgData name="Antoine BOSSIN" userId="351d2f97e4a54b3a" providerId="LiveId" clId="{1F14BF3D-48AD-41F1-B859-E500D049AB57}" dt="2026-05-13T08:21:26.774" v="300" actId="478"/>
          <ac:spMkLst>
            <pc:docMk/>
            <pc:sldMk cId="0" sldId="271"/>
            <ac:spMk id="25" creationId="{00000000-0000-0000-0000-000000000000}"/>
          </ac:spMkLst>
        </pc:spChg>
        <pc:spChg chg="del">
          <ac:chgData name="Antoine BOSSIN" userId="351d2f97e4a54b3a" providerId="LiveId" clId="{1F14BF3D-48AD-41F1-B859-E500D049AB57}" dt="2026-05-13T08:21:26.774" v="300" actId="478"/>
          <ac:spMkLst>
            <pc:docMk/>
            <pc:sldMk cId="0" sldId="271"/>
            <ac:spMk id="26" creationId="{00000000-0000-0000-0000-000000000000}"/>
          </ac:spMkLst>
        </pc:spChg>
        <pc:spChg chg="del">
          <ac:chgData name="Antoine BOSSIN" userId="351d2f97e4a54b3a" providerId="LiveId" clId="{1F14BF3D-48AD-41F1-B859-E500D049AB57}" dt="2026-05-13T08:21:26.774" v="300" actId="478"/>
          <ac:spMkLst>
            <pc:docMk/>
            <pc:sldMk cId="0" sldId="271"/>
            <ac:spMk id="28" creationId="{00000000-0000-0000-0000-000000000000}"/>
          </ac:spMkLst>
        </pc:spChg>
        <pc:spChg chg="del">
          <ac:chgData name="Antoine BOSSIN" userId="351d2f97e4a54b3a" providerId="LiveId" clId="{1F14BF3D-48AD-41F1-B859-E500D049AB57}" dt="2026-05-13T08:21:26.774" v="300" actId="478"/>
          <ac:spMkLst>
            <pc:docMk/>
            <pc:sldMk cId="0" sldId="271"/>
            <ac:spMk id="29" creationId="{00000000-0000-0000-0000-000000000000}"/>
          </ac:spMkLst>
        </pc:spChg>
        <pc:spChg chg="del">
          <ac:chgData name="Antoine BOSSIN" userId="351d2f97e4a54b3a" providerId="LiveId" clId="{1F14BF3D-48AD-41F1-B859-E500D049AB57}" dt="2026-05-13T08:21:26.774" v="300" actId="478"/>
          <ac:spMkLst>
            <pc:docMk/>
            <pc:sldMk cId="0" sldId="271"/>
            <ac:spMk id="30" creationId="{00000000-0000-0000-0000-000000000000}"/>
          </ac:spMkLst>
        </pc:spChg>
        <pc:spChg chg="del">
          <ac:chgData name="Antoine BOSSIN" userId="351d2f97e4a54b3a" providerId="LiveId" clId="{1F14BF3D-48AD-41F1-B859-E500D049AB57}" dt="2026-05-13T08:21:26.774" v="300" actId="478"/>
          <ac:spMkLst>
            <pc:docMk/>
            <pc:sldMk cId="0" sldId="271"/>
            <ac:spMk id="31" creationId="{00000000-0000-0000-0000-000000000000}"/>
          </ac:spMkLst>
        </pc:spChg>
        <pc:spChg chg="del">
          <ac:chgData name="Antoine BOSSIN" userId="351d2f97e4a54b3a" providerId="LiveId" clId="{1F14BF3D-48AD-41F1-B859-E500D049AB57}" dt="2026-05-13T08:21:26.774" v="300" actId="478"/>
          <ac:spMkLst>
            <pc:docMk/>
            <pc:sldMk cId="0" sldId="271"/>
            <ac:spMk id="34" creationId="{00000000-0000-0000-0000-000000000000}"/>
          </ac:spMkLst>
        </pc:spChg>
        <pc:spChg chg="del">
          <ac:chgData name="Antoine BOSSIN" userId="351d2f97e4a54b3a" providerId="LiveId" clId="{1F14BF3D-48AD-41F1-B859-E500D049AB57}" dt="2026-05-13T08:21:26.774" v="300" actId="478"/>
          <ac:spMkLst>
            <pc:docMk/>
            <pc:sldMk cId="0" sldId="271"/>
            <ac:spMk id="36" creationId="{00000000-0000-0000-0000-000000000000}"/>
          </ac:spMkLst>
        </pc:spChg>
        <pc:spChg chg="del">
          <ac:chgData name="Antoine BOSSIN" userId="351d2f97e4a54b3a" providerId="LiveId" clId="{1F14BF3D-48AD-41F1-B859-E500D049AB57}" dt="2026-05-13T08:21:26.774" v="300" actId="478"/>
          <ac:spMkLst>
            <pc:docMk/>
            <pc:sldMk cId="0" sldId="271"/>
            <ac:spMk id="38" creationId="{00000000-0000-0000-0000-000000000000}"/>
          </ac:spMkLst>
        </pc:spChg>
      </pc:sldChg>
      <pc:sldChg chg="del">
        <pc:chgData name="Antoine BOSSIN" userId="351d2f97e4a54b3a" providerId="LiveId" clId="{1F14BF3D-48AD-41F1-B859-E500D049AB57}" dt="2026-05-13T08:44:32.379" v="304" actId="47"/>
        <pc:sldMkLst>
          <pc:docMk/>
          <pc:sldMk cId="0" sldId="272"/>
        </pc:sldMkLst>
      </pc:sldChg>
      <pc:sldChg chg="add del setBg">
        <pc:chgData name="Antoine BOSSIN" userId="351d2f97e4a54b3a" providerId="LiveId" clId="{1F14BF3D-48AD-41F1-B859-E500D049AB57}" dt="2026-05-13T08:44:27.630" v="303"/>
        <pc:sldMkLst>
          <pc:docMk/>
          <pc:sldMk cId="0"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7875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D1F3C"/>
          </a:solidFill>
          <a:ln w="12700">
            <a:solidFill>
              <a:srgbClr val="0D1F3C"/>
            </a:solidFill>
            <a:prstDash val="solid"/>
          </a:ln>
        </p:spPr>
      </p:sp>
      <p:sp>
        <p:nvSpPr>
          <p:cNvPr id="3" name="Shape 1"/>
          <p:cNvSpPr/>
          <p:nvPr/>
        </p:nvSpPr>
        <p:spPr>
          <a:xfrm>
            <a:off x="3108960" y="0"/>
            <a:ext cx="1371600" cy="5143500"/>
          </a:xfrm>
          <a:prstGeom prst="rect">
            <a:avLst/>
          </a:prstGeom>
          <a:solidFill>
            <a:srgbClr val="1565C0">
              <a:alpha val="70000"/>
            </a:srgbClr>
          </a:solidFill>
          <a:ln w="12700">
            <a:solidFill>
              <a:srgbClr val="1565C0">
                <a:alpha val="70000"/>
              </a:srgbClr>
            </a:solidFill>
            <a:prstDash val="solid"/>
          </a:ln>
        </p:spPr>
      </p:sp>
      <p:sp>
        <p:nvSpPr>
          <p:cNvPr id="4" name="Text 2"/>
          <p:cNvSpPr/>
          <p:nvPr/>
        </p:nvSpPr>
        <p:spPr>
          <a:xfrm>
            <a:off x="274320" y="274320"/>
            <a:ext cx="548640" cy="822960"/>
          </a:xfrm>
          <a:prstGeom prst="rect">
            <a:avLst/>
          </a:prstGeom>
          <a:noFill/>
          <a:ln/>
        </p:spPr>
        <p:txBody>
          <a:bodyPr wrap="square" rtlCol="0" anchor="ctr"/>
          <a:lstStyle/>
          <a:p>
            <a:pPr marL="0" indent="0">
              <a:buNone/>
            </a:pPr>
            <a:r>
              <a:rPr lang="en-US" sz="7200" b="1" dirty="0">
                <a:solidFill>
                  <a:srgbClr val="FFFFFF"/>
                </a:solidFill>
                <a:latin typeface="Georgia" pitchFamily="34" charset="0"/>
                <a:ea typeface="Georgia" pitchFamily="34" charset="-122"/>
                <a:cs typeface="Georgia" pitchFamily="34" charset="-120"/>
              </a:rPr>
              <a:t>J</a:t>
            </a:r>
            <a:endParaRPr lang="en-US" sz="7200" dirty="0"/>
          </a:p>
        </p:txBody>
      </p:sp>
      <p:sp>
        <p:nvSpPr>
          <p:cNvPr id="5" name="Text 3"/>
          <p:cNvSpPr/>
          <p:nvPr/>
        </p:nvSpPr>
        <p:spPr>
          <a:xfrm>
            <a:off x="548640" y="502920"/>
            <a:ext cx="457200" cy="548640"/>
          </a:xfrm>
          <a:prstGeom prst="rect">
            <a:avLst/>
          </a:prstGeom>
          <a:noFill/>
          <a:ln/>
        </p:spPr>
        <p:txBody>
          <a:bodyPr wrap="square"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u</a:t>
            </a:r>
            <a:endParaRPr lang="en-US" sz="4800" dirty="0"/>
          </a:p>
        </p:txBody>
      </p:sp>
      <p:sp>
        <p:nvSpPr>
          <p:cNvPr id="6" name="Text 4"/>
          <p:cNvSpPr/>
          <p:nvPr/>
        </p:nvSpPr>
        <p:spPr>
          <a:xfrm>
            <a:off x="777240" y="411480"/>
            <a:ext cx="822960" cy="50292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MP</a:t>
            </a:r>
            <a:endParaRPr lang="en-US" sz="3800" dirty="0"/>
          </a:p>
        </p:txBody>
      </p:sp>
      <p:sp>
        <p:nvSpPr>
          <p:cNvPr id="7" name="Text 5"/>
          <p:cNvSpPr/>
          <p:nvPr/>
        </p:nvSpPr>
        <p:spPr>
          <a:xfrm>
            <a:off x="274320" y="1051560"/>
            <a:ext cx="2286000" cy="274320"/>
          </a:xfrm>
          <a:prstGeom prst="rect">
            <a:avLst/>
          </a:prstGeom>
          <a:noFill/>
          <a:ln/>
        </p:spPr>
        <p:txBody>
          <a:bodyPr wrap="square" rtlCol="0" anchor="ctr"/>
          <a:lstStyle/>
          <a:p>
            <a:pPr marL="0" indent="0">
              <a:buNone/>
            </a:pPr>
            <a:r>
              <a:rPr lang="en-US" sz="1100" dirty="0">
                <a:solidFill>
                  <a:srgbClr val="00A3E0"/>
                </a:solidFill>
                <a:latin typeface="Calibri" pitchFamily="34" charset="0"/>
                <a:ea typeface="Calibri" pitchFamily="34" charset="-122"/>
                <a:cs typeface="Calibri" pitchFamily="34" charset="-120"/>
              </a:rPr>
              <a:t>Junior-Entreprise</a:t>
            </a:r>
            <a:endParaRPr lang="en-US" sz="1100" dirty="0"/>
          </a:p>
        </p:txBody>
      </p:sp>
      <p:sp>
        <p:nvSpPr>
          <p:cNvPr id="8" name="Text 6"/>
          <p:cNvSpPr/>
          <p:nvPr/>
        </p:nvSpPr>
        <p:spPr>
          <a:xfrm>
            <a:off x="274320" y="1417320"/>
            <a:ext cx="256032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MINES PARIS  |  PSL</a:t>
            </a:r>
            <a:endParaRPr lang="en-US" sz="1000" dirty="0"/>
          </a:p>
        </p:txBody>
      </p:sp>
      <p:sp>
        <p:nvSpPr>
          <p:cNvPr id="9" name="Text 7"/>
          <p:cNvSpPr/>
          <p:nvPr/>
        </p:nvSpPr>
        <p:spPr>
          <a:xfrm>
            <a:off x="3931920" y="1463040"/>
            <a:ext cx="5029200" cy="64008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Proposition d'Intervention</a:t>
            </a:r>
            <a:endParaRPr lang="en-US" sz="2800" dirty="0"/>
          </a:p>
        </p:txBody>
      </p:sp>
      <p:sp>
        <p:nvSpPr>
          <p:cNvPr id="10" name="Text 8"/>
          <p:cNvSpPr/>
          <p:nvPr/>
        </p:nvSpPr>
        <p:spPr>
          <a:xfrm>
            <a:off x="3931920" y="2148840"/>
            <a:ext cx="5029200" cy="100584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Application Smartphone</a:t>
            </a:r>
            <a:endParaRPr lang="en-US" sz="3000" dirty="0"/>
          </a:p>
          <a:p>
            <a:pPr marL="0" indent="0" algn="ctr">
              <a:buNone/>
            </a:pPr>
            <a:r>
              <a:rPr lang="en-US" sz="3000" b="1" dirty="0">
                <a:solidFill>
                  <a:srgbClr val="FFFFFF"/>
                </a:solidFill>
                <a:latin typeface="Calibri" pitchFamily="34" charset="0"/>
                <a:ea typeface="Calibri" pitchFamily="34" charset="-122"/>
                <a:cs typeface="Calibri" pitchFamily="34" charset="-120"/>
              </a:rPr>
              <a:t>de Pilotage à Distance</a:t>
            </a:r>
            <a:endParaRPr lang="en-US" sz="3000" dirty="0"/>
          </a:p>
        </p:txBody>
      </p:sp>
      <p:sp>
        <p:nvSpPr>
          <p:cNvPr id="11" name="Text 9"/>
          <p:cNvSpPr/>
          <p:nvPr/>
        </p:nvSpPr>
        <p:spPr>
          <a:xfrm>
            <a:off x="3931920" y="3200400"/>
            <a:ext cx="5029200" cy="640080"/>
          </a:xfrm>
          <a:prstGeom prst="rect">
            <a:avLst/>
          </a:prstGeom>
          <a:noFill/>
          <a:ln/>
        </p:spPr>
        <p:txBody>
          <a:bodyPr wrap="square" rtlCol="0" anchor="ctr"/>
          <a:lstStyle/>
          <a:p>
            <a:pPr marL="0" indent="0" algn="ctr">
              <a:buNone/>
            </a:pPr>
            <a:r>
              <a:rPr lang="en-US" sz="3400" b="1" dirty="0">
                <a:solidFill>
                  <a:srgbClr val="00A3E0"/>
                </a:solidFill>
                <a:latin typeface="Calibri" pitchFamily="34" charset="0"/>
                <a:ea typeface="Calibri" pitchFamily="34" charset="-122"/>
                <a:cs typeface="Calibri" pitchFamily="34" charset="-120"/>
              </a:rPr>
              <a:t>Off-the-Grid</a:t>
            </a:r>
            <a:endParaRPr lang="en-US" sz="3400" dirty="0"/>
          </a:p>
        </p:txBody>
      </p:sp>
      <p:sp>
        <p:nvSpPr>
          <p:cNvPr id="12" name="Text 10"/>
          <p:cNvSpPr/>
          <p:nvPr/>
        </p:nvSpPr>
        <p:spPr>
          <a:xfrm>
            <a:off x="274320" y="4114800"/>
            <a:ext cx="2286000" cy="228600"/>
          </a:xfrm>
          <a:prstGeom prst="rect">
            <a:avLst/>
          </a:prstGeom>
          <a:noFill/>
          <a:ln/>
        </p:spPr>
        <p:txBody>
          <a:bodyPr wrap="square" rtlCol="0" anchor="ctr"/>
          <a:lstStyle/>
          <a:p>
            <a:pPr marL="0" indent="0">
              <a:buNone/>
            </a:pPr>
            <a:r>
              <a:rPr lang="en-US" sz="1000" dirty="0">
                <a:solidFill>
                  <a:srgbClr val="FFFFFF"/>
                </a:solidFill>
              </a:rPr>
              <a:t>Confidentiel</a:t>
            </a:r>
            <a:endParaRPr lang="en-US" sz="1000" dirty="0"/>
          </a:p>
        </p:txBody>
      </p:sp>
      <p:sp>
        <p:nvSpPr>
          <p:cNvPr id="13" name="Text 11"/>
          <p:cNvSpPr/>
          <p:nvPr/>
        </p:nvSpPr>
        <p:spPr>
          <a:xfrm>
            <a:off x="274320" y="4343400"/>
            <a:ext cx="2286000" cy="228600"/>
          </a:xfrm>
          <a:prstGeom prst="rect">
            <a:avLst/>
          </a:prstGeom>
          <a:noFill/>
          <a:ln/>
        </p:spPr>
        <p:txBody>
          <a:bodyPr wrap="square" rtlCol="0" anchor="ctr"/>
          <a:lstStyle/>
          <a:p>
            <a:pPr marL="0" indent="0">
              <a:buNone/>
            </a:pPr>
            <a:r>
              <a:rPr lang="en-US" sz="1000" dirty="0">
                <a:solidFill>
                  <a:srgbClr val="FFFFFF"/>
                </a:solidFill>
              </a:rPr>
              <a:t>Valable jusqu'au 31/07/2026</a:t>
            </a:r>
            <a:endParaRPr lang="en-US" sz="1000" dirty="0"/>
          </a:p>
        </p:txBody>
      </p:sp>
      <p:sp>
        <p:nvSpPr>
          <p:cNvPr id="14" name="Text 12"/>
          <p:cNvSpPr/>
          <p:nvPr/>
        </p:nvSpPr>
        <p:spPr>
          <a:xfrm>
            <a:off x="274320" y="4572000"/>
            <a:ext cx="2286000" cy="228600"/>
          </a:xfrm>
          <a:prstGeom prst="rect">
            <a:avLst/>
          </a:prstGeom>
          <a:noFill/>
          <a:ln/>
        </p:spPr>
        <p:txBody>
          <a:bodyPr wrap="square" rtlCol="0" anchor="ctr"/>
          <a:lstStyle/>
          <a:p>
            <a:pPr marL="0" indent="0">
              <a:buNone/>
            </a:pPr>
            <a:r>
              <a:rPr lang="en-US" sz="1000" dirty="0">
                <a:solidFill>
                  <a:srgbClr val="FFFFFF"/>
                </a:solidFill>
              </a:rPr>
              <a:t>À l'attention de François</a:t>
            </a:r>
            <a:endParaRPr lang="en-US" sz="1000" dirty="0"/>
          </a:p>
        </p:txBody>
      </p:sp>
      <p:sp>
        <p:nvSpPr>
          <p:cNvPr id="15" name="Text 13"/>
          <p:cNvSpPr/>
          <p:nvPr/>
        </p:nvSpPr>
        <p:spPr>
          <a:xfrm>
            <a:off x="5029200" y="4114800"/>
            <a:ext cx="3840480" cy="82296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Site web</a:t>
            </a:r>
            <a:r>
              <a:rPr lang="en-US" sz="1000" dirty="0">
                <a:solidFill>
                  <a:srgbClr val="FFFFFF"/>
                </a:solidFill>
                <a:latin typeface="Calibri" pitchFamily="34" charset="0"/>
                <a:ea typeface="Calibri" pitchFamily="34" charset="-122"/>
                <a:cs typeface="Calibri" pitchFamily="34" charset="-120"/>
              </a:rPr>
              <a:t> : www.jump-mines.fr
</a:t>
            </a:r>
            <a:r>
              <a:rPr lang="en-US" sz="1000" b="1" dirty="0">
                <a:solidFill>
                  <a:srgbClr val="FFFFFF"/>
                </a:solidFill>
                <a:latin typeface="Calibri" pitchFamily="34" charset="0"/>
                <a:ea typeface="Calibri" pitchFamily="34" charset="-122"/>
                <a:cs typeface="Calibri" pitchFamily="34" charset="-120"/>
              </a:rPr>
              <a:t>Mail</a:t>
            </a:r>
            <a:r>
              <a:rPr lang="en-US" sz="1000" dirty="0">
                <a:solidFill>
                  <a:srgbClr val="FFFFFF"/>
                </a:solidFill>
                <a:latin typeface="Calibri" pitchFamily="34" charset="0"/>
                <a:ea typeface="Calibri" pitchFamily="34" charset="-122"/>
                <a:cs typeface="Calibri" pitchFamily="34" charset="-120"/>
              </a:rPr>
              <a:t> : contact@jump-mines.fr
</a:t>
            </a:r>
            <a:r>
              <a:rPr lang="en-US" sz="1000" b="1" dirty="0">
                <a:solidFill>
                  <a:srgbClr val="FFFFFF"/>
                </a:solidFill>
                <a:latin typeface="Calibri" pitchFamily="34" charset="0"/>
                <a:ea typeface="Calibri" pitchFamily="34" charset="-122"/>
                <a:cs typeface="Calibri" pitchFamily="34" charset="-120"/>
              </a:rPr>
              <a:t>Adresse</a:t>
            </a:r>
            <a:r>
              <a:rPr lang="en-US" sz="1000" dirty="0">
                <a:solidFill>
                  <a:srgbClr val="FFFFFF"/>
                </a:solidFill>
                <a:latin typeface="Calibri" pitchFamily="34" charset="0"/>
                <a:ea typeface="Calibri" pitchFamily="34" charset="-122"/>
                <a:cs typeface="Calibri" pitchFamily="34" charset="-120"/>
              </a:rPr>
              <a:t> : 60 Boulevard Saint-Michel, 75006 Paris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82880"/>
            <a:ext cx="4114800" cy="548640"/>
          </a:xfrm>
          <a:prstGeom prst="rect">
            <a:avLst/>
          </a:prstGeom>
          <a:noFill/>
          <a:ln/>
        </p:spPr>
        <p:txBody>
          <a:bodyPr wrap="square" rtlCol="0" anchor="ctr"/>
          <a:lstStyle/>
          <a:p>
            <a:pPr marL="0" indent="0">
              <a:buNone/>
            </a:pPr>
            <a:r>
              <a:rPr lang="en-US" sz="3000" dirty="0">
                <a:solidFill>
                  <a:srgbClr val="FFFFFF"/>
                </a:solidFill>
                <a:latin typeface="Calibri" pitchFamily="34" charset="0"/>
                <a:ea typeface="Calibri" pitchFamily="34" charset="-122"/>
                <a:cs typeface="Calibri" pitchFamily="34" charset="-120"/>
              </a:rPr>
              <a:t>Qui sommes-nous ?</a:t>
            </a:r>
            <a:endParaRPr lang="en-US" sz="3000" dirty="0"/>
          </a:p>
        </p:txBody>
      </p:sp>
      <p:sp>
        <p:nvSpPr>
          <p:cNvPr id="3" name="Text 1"/>
          <p:cNvSpPr/>
          <p:nvPr/>
        </p:nvSpPr>
        <p:spPr>
          <a:xfrm>
            <a:off x="365760" y="777240"/>
            <a:ext cx="4114800" cy="1463040"/>
          </a:xfrm>
          <a:prstGeom prst="rect">
            <a:avLst/>
          </a:prstGeom>
          <a:noFill/>
          <a:ln/>
        </p:spPr>
        <p:txBody>
          <a:bodyPr wrap="square" rtlCol="0" anchor="ctr"/>
          <a:lstStyle/>
          <a:p>
            <a:pPr marL="0" indent="0" algn="just">
              <a:buNone/>
            </a:pPr>
            <a:r>
              <a:rPr lang="en-US" sz="1200" dirty="0">
                <a:solidFill>
                  <a:srgbClr val="FFFFFF"/>
                </a:solidFill>
                <a:latin typeface="Calibri" pitchFamily="34" charset="0"/>
                <a:ea typeface="Calibri" pitchFamily="34" charset="-122"/>
                <a:cs typeface="Calibri" pitchFamily="34" charset="-120"/>
              </a:rPr>
              <a:t>JuMP, Junior-Entreprise de l'École des Mines de Paris, est une association loi 1901 qui fonctionne de la même façon qu'une entreprise prestataire de services. Elle est entièrement gérée par des étudiants de l'École des Mines de Paris, et a pour vocation de faire réaliser aux élèves de l'École des missions qui leur permettront de mettre en application les connaissances acquises au cours de leur scolarité.</a:t>
            </a:r>
            <a:endParaRPr lang="en-US" sz="1200" dirty="0"/>
          </a:p>
        </p:txBody>
      </p:sp>
      <p:sp>
        <p:nvSpPr>
          <p:cNvPr id="4" name="Text 2"/>
          <p:cNvSpPr/>
          <p:nvPr/>
        </p:nvSpPr>
        <p:spPr>
          <a:xfrm>
            <a:off x="365760" y="2331720"/>
            <a:ext cx="41148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17 spécialisations, 3 domaines de compétence</a:t>
            </a:r>
            <a:endParaRPr lang="en-US" sz="1300" dirty="0"/>
          </a:p>
        </p:txBody>
      </p:sp>
      <p:sp>
        <p:nvSpPr>
          <p:cNvPr id="5" name="Shape 3"/>
          <p:cNvSpPr/>
          <p:nvPr/>
        </p:nvSpPr>
        <p:spPr>
          <a:xfrm>
            <a:off x="365760" y="2697480"/>
            <a:ext cx="1325880" cy="822960"/>
          </a:xfrm>
          <a:prstGeom prst="rect">
            <a:avLst/>
          </a:prstGeom>
          <a:solidFill>
            <a:srgbClr val="1565C0"/>
          </a:solidFill>
          <a:ln w="12700">
            <a:solidFill>
              <a:srgbClr val="1565C0"/>
            </a:solidFill>
            <a:prstDash val="solid"/>
          </a:ln>
        </p:spPr>
      </p:sp>
      <p:sp>
        <p:nvSpPr>
          <p:cNvPr id="6" name="Text 4"/>
          <p:cNvSpPr/>
          <p:nvPr/>
        </p:nvSpPr>
        <p:spPr>
          <a:xfrm>
            <a:off x="365760" y="2697480"/>
            <a:ext cx="132588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Ingénierie</a:t>
            </a:r>
            <a:endParaRPr lang="en-US" sz="1300" dirty="0"/>
          </a:p>
        </p:txBody>
      </p:sp>
      <p:sp>
        <p:nvSpPr>
          <p:cNvPr id="7" name="Shape 5"/>
          <p:cNvSpPr/>
          <p:nvPr/>
        </p:nvSpPr>
        <p:spPr>
          <a:xfrm>
            <a:off x="1783080" y="2697480"/>
            <a:ext cx="1325880" cy="822960"/>
          </a:xfrm>
          <a:prstGeom prst="rect">
            <a:avLst/>
          </a:prstGeom>
          <a:solidFill>
            <a:srgbClr val="1565C0"/>
          </a:solidFill>
          <a:ln w="12700">
            <a:solidFill>
              <a:srgbClr val="1565C0"/>
            </a:solidFill>
            <a:prstDash val="solid"/>
          </a:ln>
        </p:spPr>
      </p:sp>
      <p:sp>
        <p:nvSpPr>
          <p:cNvPr id="8" name="Text 6"/>
          <p:cNvSpPr/>
          <p:nvPr/>
        </p:nvSpPr>
        <p:spPr>
          <a:xfrm>
            <a:off x="1783080" y="2697480"/>
            <a:ext cx="132588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Stratégie</a:t>
            </a:r>
            <a:endParaRPr lang="en-US" sz="1300" dirty="0"/>
          </a:p>
        </p:txBody>
      </p:sp>
      <p:sp>
        <p:nvSpPr>
          <p:cNvPr id="9" name="Shape 7"/>
          <p:cNvSpPr/>
          <p:nvPr/>
        </p:nvSpPr>
        <p:spPr>
          <a:xfrm>
            <a:off x="3200400" y="2697480"/>
            <a:ext cx="1325880" cy="822960"/>
          </a:xfrm>
          <a:prstGeom prst="rect">
            <a:avLst/>
          </a:prstGeom>
          <a:solidFill>
            <a:srgbClr val="1565C0"/>
          </a:solidFill>
          <a:ln w="12700">
            <a:solidFill>
              <a:srgbClr val="1565C0"/>
            </a:solidFill>
            <a:prstDash val="solid"/>
          </a:ln>
        </p:spPr>
      </p:sp>
      <p:sp>
        <p:nvSpPr>
          <p:cNvPr id="10" name="Text 8"/>
          <p:cNvSpPr/>
          <p:nvPr/>
        </p:nvSpPr>
        <p:spPr>
          <a:xfrm>
            <a:off x="3200400" y="2697480"/>
            <a:ext cx="132588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Informatique</a:t>
            </a:r>
            <a:endParaRPr lang="en-US" sz="1300" dirty="0"/>
          </a:p>
        </p:txBody>
      </p:sp>
      <p:sp>
        <p:nvSpPr>
          <p:cNvPr id="11" name="Text 9"/>
          <p:cNvSpPr/>
          <p:nvPr/>
        </p:nvSpPr>
        <p:spPr>
          <a:xfrm>
            <a:off x="4754880" y="182880"/>
            <a:ext cx="4114800" cy="502920"/>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JuMP en quelques chiffres</a:t>
            </a:r>
            <a:endParaRPr lang="en-US" sz="2800" dirty="0"/>
          </a:p>
        </p:txBody>
      </p:sp>
      <p:sp>
        <p:nvSpPr>
          <p:cNvPr id="12" name="Shape 10"/>
          <p:cNvSpPr/>
          <p:nvPr/>
        </p:nvSpPr>
        <p:spPr>
          <a:xfrm>
            <a:off x="5166360" y="885476"/>
            <a:ext cx="1280160" cy="1280160"/>
          </a:xfrm>
          <a:prstGeom prst="ellipse">
            <a:avLst/>
          </a:prstGeom>
          <a:solidFill>
            <a:srgbClr val="0D1F3C"/>
          </a:solidFill>
          <a:ln w="25400">
            <a:solidFill>
              <a:srgbClr val="00A3E0"/>
            </a:solidFill>
            <a:prstDash val="solid"/>
          </a:ln>
        </p:spPr>
      </p:sp>
      <p:sp>
        <p:nvSpPr>
          <p:cNvPr id="13" name="Text 11"/>
          <p:cNvSpPr/>
          <p:nvPr/>
        </p:nvSpPr>
        <p:spPr>
          <a:xfrm>
            <a:off x="5166360" y="1114076"/>
            <a:ext cx="12801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1ère</a:t>
            </a:r>
            <a:endParaRPr lang="en-US" sz="1800" dirty="0"/>
          </a:p>
        </p:txBody>
      </p:sp>
      <p:sp>
        <p:nvSpPr>
          <p:cNvPr id="14" name="Text 12"/>
          <p:cNvSpPr/>
          <p:nvPr/>
        </p:nvSpPr>
        <p:spPr>
          <a:xfrm>
            <a:off x="5166360" y="1479836"/>
            <a:ext cx="128016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excellence académique</a:t>
            </a:r>
            <a:endParaRPr lang="en-US" sz="1100" dirty="0"/>
          </a:p>
        </p:txBody>
      </p:sp>
      <p:sp>
        <p:nvSpPr>
          <p:cNvPr id="15" name="Shape 13"/>
          <p:cNvSpPr/>
          <p:nvPr/>
        </p:nvSpPr>
        <p:spPr>
          <a:xfrm>
            <a:off x="7132320" y="868680"/>
            <a:ext cx="1280160" cy="1280160"/>
          </a:xfrm>
          <a:prstGeom prst="ellipse">
            <a:avLst/>
          </a:prstGeom>
          <a:solidFill>
            <a:srgbClr val="0D1F3C"/>
          </a:solidFill>
          <a:ln w="25400">
            <a:solidFill>
              <a:srgbClr val="00A3E0"/>
            </a:solidFill>
            <a:prstDash val="solid"/>
          </a:ln>
        </p:spPr>
      </p:sp>
      <p:sp>
        <p:nvSpPr>
          <p:cNvPr id="16" name="Text 14"/>
          <p:cNvSpPr/>
          <p:nvPr/>
        </p:nvSpPr>
        <p:spPr>
          <a:xfrm>
            <a:off x="7132320" y="1051560"/>
            <a:ext cx="12801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18</a:t>
            </a:r>
            <a:endParaRPr lang="en-US" sz="1800" dirty="0"/>
          </a:p>
        </p:txBody>
      </p:sp>
      <p:sp>
        <p:nvSpPr>
          <p:cNvPr id="17" name="Text 15"/>
          <p:cNvSpPr/>
          <p:nvPr/>
        </p:nvSpPr>
        <p:spPr>
          <a:xfrm>
            <a:off x="7132320" y="1440180"/>
            <a:ext cx="128016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centres de recherche</a:t>
            </a:r>
            <a:endParaRPr lang="en-US" sz="1100" dirty="0"/>
          </a:p>
        </p:txBody>
      </p:sp>
      <p:sp>
        <p:nvSpPr>
          <p:cNvPr id="18" name="Shape 16"/>
          <p:cNvSpPr/>
          <p:nvPr/>
        </p:nvSpPr>
        <p:spPr>
          <a:xfrm>
            <a:off x="6197492" y="2331720"/>
            <a:ext cx="1280160" cy="1280160"/>
          </a:xfrm>
          <a:prstGeom prst="ellipse">
            <a:avLst/>
          </a:prstGeom>
          <a:solidFill>
            <a:srgbClr val="0D1F3C"/>
          </a:solidFill>
          <a:ln w="25400">
            <a:solidFill>
              <a:srgbClr val="00A3E0"/>
            </a:solidFill>
            <a:prstDash val="solid"/>
          </a:ln>
        </p:spPr>
      </p:sp>
      <p:sp>
        <p:nvSpPr>
          <p:cNvPr id="19" name="Text 17"/>
          <p:cNvSpPr/>
          <p:nvPr/>
        </p:nvSpPr>
        <p:spPr>
          <a:xfrm>
            <a:off x="6197492" y="2606040"/>
            <a:ext cx="12801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40 ans</a:t>
            </a:r>
            <a:endParaRPr lang="en-US" sz="1800" dirty="0"/>
          </a:p>
        </p:txBody>
      </p:sp>
      <p:sp>
        <p:nvSpPr>
          <p:cNvPr id="20" name="Text 18"/>
          <p:cNvSpPr/>
          <p:nvPr/>
        </p:nvSpPr>
        <p:spPr>
          <a:xfrm>
            <a:off x="6014612" y="2907792"/>
            <a:ext cx="164592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d'expérience</a:t>
            </a:r>
            <a:endParaRPr lang="en-US" sz="1100" dirty="0"/>
          </a:p>
        </p:txBody>
      </p:sp>
      <p:sp>
        <p:nvSpPr>
          <p:cNvPr id="21" name="Text 19"/>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22" name="Text 20"/>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23" name="Text 21"/>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24" name="Text 22"/>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25" name="Text 23"/>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2/18</a:t>
            </a:r>
            <a:endParaRPr lang="en-US" sz="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Votre projet : Off-the-Grid</a:t>
            </a:r>
            <a:endParaRPr lang="en-US" sz="2000" dirty="0"/>
          </a:p>
        </p:txBody>
      </p:sp>
      <p:sp>
        <p:nvSpPr>
          <p:cNvPr id="3" name="Text 1"/>
          <p:cNvSpPr/>
          <p:nvPr/>
        </p:nvSpPr>
        <p:spPr>
          <a:xfrm>
            <a:off x="365760" y="777240"/>
            <a:ext cx="8412480" cy="1005840"/>
          </a:xfrm>
          <a:prstGeom prst="rect">
            <a:avLst/>
          </a:prstGeom>
          <a:noFill/>
          <a:ln/>
        </p:spPr>
        <p:txBody>
          <a:bodyPr wrap="square" rtlCol="0" anchor="ctr"/>
          <a:lstStyle/>
          <a:p>
            <a:pPr marL="0" indent="0" algn="just">
              <a:buNone/>
            </a:pPr>
            <a:r>
              <a:rPr lang="en-US" sz="1300" dirty="0">
                <a:solidFill>
                  <a:srgbClr val="FFFFFF"/>
                </a:solidFill>
                <a:latin typeface="Calibri" pitchFamily="34" charset="0"/>
                <a:ea typeface="Calibri" pitchFamily="34" charset="-122"/>
                <a:cs typeface="Calibri" pitchFamily="34" charset="-120"/>
              </a:rPr>
              <a:t>François, diplômé de l'École des Mines de Paris (P80), a équipé sa maison à Montchauvel en panneaux solaires photovoltaïques, thermiques, batteries et une quarantaine de capteurs. Depuis dix ans, il vit pratiquement hors réseau grâce à un EMS (Energy Management System) piloté par un automate WAGO 750-8217.</a:t>
            </a:r>
            <a:endParaRPr lang="en-US" sz="1300" dirty="0"/>
          </a:p>
        </p:txBody>
      </p:sp>
      <p:sp>
        <p:nvSpPr>
          <p:cNvPr id="4" name="Text 2"/>
          <p:cNvSpPr/>
          <p:nvPr/>
        </p:nvSpPr>
        <p:spPr>
          <a:xfrm>
            <a:off x="365760" y="1920240"/>
            <a:ext cx="841248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Votre besoin :</a:t>
            </a:r>
            <a:endParaRPr lang="en-US" sz="1600" dirty="0"/>
          </a:p>
        </p:txBody>
      </p:sp>
      <p:sp>
        <p:nvSpPr>
          <p:cNvPr id="5" name="Text 3"/>
          <p:cNvSpPr/>
          <p:nvPr/>
        </p:nvSpPr>
        <p:spPr>
          <a:xfrm>
            <a:off x="365760" y="2240280"/>
            <a:ext cx="8412480" cy="777240"/>
          </a:xfrm>
          <a:prstGeom prst="rect">
            <a:avLst/>
          </a:prstGeom>
          <a:noFill/>
          <a:ln/>
        </p:spPr>
        <p:txBody>
          <a:bodyPr wrap="square" rtlCol="0" anchor="ctr"/>
          <a:lstStyle/>
          <a:p>
            <a:pPr marL="0" indent="0" algn="just">
              <a:buNone/>
            </a:pPr>
            <a:r>
              <a:rPr lang="en-US" sz="1300" dirty="0">
                <a:solidFill>
                  <a:srgbClr val="FFFFFF"/>
                </a:solidFill>
                <a:latin typeface="Calibri" pitchFamily="34" charset="0"/>
                <a:ea typeface="Calibri" pitchFamily="34" charset="-122"/>
                <a:cs typeface="Calibri" pitchFamily="34" charset="-120"/>
              </a:rPr>
              <a:t>Piloter à distance des paramètres prédéfinis de l'automate depuis un smartphone, via le tunnel OpenVPN existant, sans recompiler ni recharger Codesys — en s'appuyant sur sa visualisation native (WebVisu), sans fichier intermédiaire.</a:t>
            </a:r>
            <a:endParaRPr lang="en-US" sz="1300" dirty="0"/>
          </a:p>
        </p:txBody>
      </p:sp>
      <p:sp>
        <p:nvSpPr>
          <p:cNvPr id="6" name="Text 4"/>
          <p:cNvSpPr/>
          <p:nvPr/>
        </p:nvSpPr>
        <p:spPr>
          <a:xfrm>
            <a:off x="365760" y="3108960"/>
            <a:ext cx="841248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Livrables :</a:t>
            </a:r>
            <a:endParaRPr lang="en-US" sz="1600" dirty="0"/>
          </a:p>
        </p:txBody>
      </p:sp>
      <p:sp>
        <p:nvSpPr>
          <p:cNvPr id="7" name="Text 5"/>
          <p:cNvSpPr/>
          <p:nvPr/>
        </p:nvSpPr>
        <p:spPr>
          <a:xfrm>
            <a:off x="365760" y="3456432"/>
            <a:ext cx="8412480" cy="8229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Application smartphone (ou Web App) de pilotage à distance, sécurisée et ergonomique</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Documentation technique et guide d'utilisation pour François</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Prototype fonctionnel validant la mise à jour dynamique des paramètres de l'automate</a:t>
            </a:r>
            <a:endParaRPr lang="en-US" sz="1300" dirty="0"/>
          </a:p>
        </p:txBody>
      </p:sp>
      <p:sp>
        <p:nvSpPr>
          <p:cNvPr id="8" name="Text 6"/>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9" name="Text 7"/>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10" name="Text 8"/>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11" name="Text 9"/>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12" name="Text 10"/>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3/18</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1148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Gestion du projet</a:t>
            </a:r>
            <a:endParaRPr lang="en-US" sz="2200" dirty="0"/>
          </a:p>
        </p:txBody>
      </p:sp>
      <p:sp>
        <p:nvSpPr>
          <p:cNvPr id="3" name="Text 1"/>
          <p:cNvSpPr/>
          <p:nvPr/>
        </p:nvSpPr>
        <p:spPr>
          <a:xfrm>
            <a:off x="365760" y="548640"/>
            <a:ext cx="8412480" cy="1005840"/>
          </a:xfrm>
          <a:prstGeom prst="rect">
            <a:avLst/>
          </a:prstGeom>
          <a:noFill/>
          <a:ln/>
        </p:spPr>
        <p:txBody>
          <a:bodyPr wrap="square" rtlCol="0" anchor="ctr"/>
          <a:lstStyle/>
          <a:p>
            <a:pPr marL="0" indent="0" algn="just">
              <a:buNone/>
            </a:pPr>
            <a:r>
              <a:rPr lang="en-US" sz="1250" dirty="0">
                <a:solidFill>
                  <a:srgbClr val="FFFFFF"/>
                </a:solidFill>
                <a:latin typeface="Calibri" pitchFamily="34" charset="0"/>
                <a:ea typeface="Calibri" pitchFamily="34" charset="-122"/>
                <a:cs typeface="Calibri" pitchFamily="34" charset="-120"/>
              </a:rPr>
              <a:t>Des points d'échanges réguliers seront organisés entre l'intervenant et François, afin de valider les étapes du projet ou d'effectuer des ajustements si nécessaire. Les livrables seront transmis au fur et à mesure de l'étude, en respectant l'agenda fourni en début de mission.</a:t>
            </a:r>
            <a:endParaRPr lang="en-US" sz="1250" dirty="0"/>
          </a:p>
        </p:txBody>
      </p:sp>
      <p:sp>
        <p:nvSpPr>
          <p:cNvPr id="4" name="Text 2"/>
          <p:cNvSpPr/>
          <p:nvPr/>
        </p:nvSpPr>
        <p:spPr>
          <a:xfrm>
            <a:off x="365760" y="1645920"/>
            <a:ext cx="8412480" cy="41148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Intervenant</a:t>
            </a:r>
            <a:endParaRPr lang="en-US" sz="2200" dirty="0"/>
          </a:p>
        </p:txBody>
      </p:sp>
      <p:sp>
        <p:nvSpPr>
          <p:cNvPr id="5" name="Text 3"/>
          <p:cNvSpPr/>
          <p:nvPr/>
        </p:nvSpPr>
        <p:spPr>
          <a:xfrm>
            <a:off x="365760" y="2057400"/>
            <a:ext cx="8412480" cy="1005840"/>
          </a:xfrm>
          <a:prstGeom prst="rect">
            <a:avLst/>
          </a:prstGeom>
          <a:noFill/>
          <a:ln/>
        </p:spPr>
        <p:txBody>
          <a:bodyPr wrap="square" rtlCol="0" anchor="ctr"/>
          <a:lstStyle/>
          <a:p>
            <a:pPr marL="0" indent="0" algn="just">
              <a:buNone/>
            </a:pPr>
            <a:r>
              <a:rPr lang="en-US" sz="1250" dirty="0">
                <a:solidFill>
                  <a:srgbClr val="FFFFFF"/>
                </a:solidFill>
                <a:latin typeface="Calibri" pitchFamily="34" charset="0"/>
                <a:ea typeface="Calibri" pitchFamily="34" charset="-122"/>
                <a:cs typeface="Calibri" pitchFamily="34" charset="-120"/>
              </a:rPr>
              <a:t>Afin de répondre à votre besoin, la Junior-Entreprise de l'École des Mines de Paris a sélectionné un élève des Mines, actuellement en césure, disposant des compétences techniques requises en développement logiciel embarqué et en gestion de projets IoT.</a:t>
            </a:r>
            <a:endParaRPr lang="en-US" sz="1250" dirty="0"/>
          </a:p>
        </p:txBody>
      </p:sp>
      <p:sp>
        <p:nvSpPr>
          <p:cNvPr id="6" name="Text 4"/>
          <p:cNvSpPr/>
          <p:nvPr/>
        </p:nvSpPr>
        <p:spPr>
          <a:xfrm>
            <a:off x="365760" y="3154680"/>
            <a:ext cx="8412480" cy="41148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Confidentialité</a:t>
            </a:r>
            <a:endParaRPr lang="en-US" sz="2200" dirty="0"/>
          </a:p>
        </p:txBody>
      </p:sp>
      <p:sp>
        <p:nvSpPr>
          <p:cNvPr id="7" name="Text 5"/>
          <p:cNvSpPr/>
          <p:nvPr/>
        </p:nvSpPr>
        <p:spPr>
          <a:xfrm>
            <a:off x="365760" y="3566160"/>
            <a:ext cx="8412480" cy="1005840"/>
          </a:xfrm>
          <a:prstGeom prst="rect">
            <a:avLst/>
          </a:prstGeom>
          <a:noFill/>
          <a:ln/>
        </p:spPr>
        <p:txBody>
          <a:bodyPr wrap="square" rtlCol="0" anchor="ctr"/>
          <a:lstStyle/>
          <a:p>
            <a:pPr marL="0" indent="0" algn="just">
              <a:buNone/>
            </a:pPr>
            <a:r>
              <a:rPr lang="en-US" sz="1250" dirty="0">
                <a:solidFill>
                  <a:srgbClr val="FFFFFF"/>
                </a:solidFill>
                <a:latin typeface="Calibri" pitchFamily="34" charset="0"/>
                <a:ea typeface="Calibri" pitchFamily="34" charset="-122"/>
                <a:cs typeface="Calibri" pitchFamily="34" charset="-120"/>
              </a:rPr>
              <a:t>JuMP sera tenue au secret le plus absolu et s'engage à ne communiquer à des tiers aucune indication sur les travaux et études effectués. JuMP se réserve néanmoins le droit d'utiliser séparément une description générique de l'étude à titre de référence.</a:t>
            </a:r>
            <a:endParaRPr lang="en-US" sz="1250" dirty="0"/>
          </a:p>
        </p:txBody>
      </p:sp>
      <p:sp>
        <p:nvSpPr>
          <p:cNvPr id="8" name="Text 6"/>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9" name="Text 7"/>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10" name="Text 8"/>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11" name="Text 9"/>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12" name="Text 10"/>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4/18</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1645920"/>
            <a:ext cx="9144000" cy="1920240"/>
          </a:xfrm>
          <a:prstGeom prst="rect">
            <a:avLst/>
          </a:prstGeom>
          <a:solidFill>
            <a:srgbClr val="1565C0"/>
          </a:solidFill>
          <a:ln w="12700">
            <a:solidFill>
              <a:srgbClr val="1565C0"/>
            </a:solidFill>
            <a:prstDash val="solid"/>
          </a:ln>
        </p:spPr>
      </p:sp>
      <p:sp>
        <p:nvSpPr>
          <p:cNvPr id="3" name="Text 1"/>
          <p:cNvSpPr/>
          <p:nvPr/>
        </p:nvSpPr>
        <p:spPr>
          <a:xfrm>
            <a:off x="457200" y="1737360"/>
            <a:ext cx="8229600" cy="45720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Partie 1</a:t>
            </a:r>
            <a:endParaRPr lang="en-US" sz="2000" dirty="0"/>
          </a:p>
        </p:txBody>
      </p:sp>
      <p:sp>
        <p:nvSpPr>
          <p:cNvPr id="4" name="Text 2"/>
          <p:cNvSpPr/>
          <p:nvPr/>
        </p:nvSpPr>
        <p:spPr>
          <a:xfrm>
            <a:off x="457200" y="2194560"/>
            <a:ext cx="822960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Application Smartphone</a:t>
            </a:r>
            <a:endParaRPr lang="en-US" sz="3000" dirty="0"/>
          </a:p>
          <a:p>
            <a:pPr marL="0" indent="0" algn="ctr">
              <a:buNone/>
            </a:pPr>
            <a:r>
              <a:rPr lang="en-US" sz="3000" b="1" dirty="0">
                <a:solidFill>
                  <a:srgbClr val="FFFFFF"/>
                </a:solidFill>
                <a:latin typeface="Calibri" pitchFamily="34" charset="0"/>
                <a:ea typeface="Calibri" pitchFamily="34" charset="-122"/>
                <a:cs typeface="Calibri" pitchFamily="34" charset="-120"/>
              </a:rPr>
              <a:t>de Pilotage à Distance</a:t>
            </a:r>
            <a:endParaRPr lang="en-US" sz="3000" dirty="0"/>
          </a:p>
        </p:txBody>
      </p:sp>
      <p:sp>
        <p:nvSpPr>
          <p:cNvPr id="5" name="Text 3"/>
          <p:cNvSpPr/>
          <p:nvPr/>
        </p:nvSpPr>
        <p:spPr>
          <a:xfrm>
            <a:off x="457200" y="3063240"/>
            <a:ext cx="8229600" cy="457200"/>
          </a:xfrm>
          <a:prstGeom prst="rect">
            <a:avLst/>
          </a:prstGeom>
          <a:noFill/>
          <a:ln/>
        </p:spPr>
        <p:txBody>
          <a:bodyPr wrap="square" rtlCol="0" anchor="ctr"/>
          <a:lstStyle/>
          <a:p>
            <a:pPr marL="0" indent="0" algn="ctr">
              <a:buNone/>
            </a:pPr>
            <a:r>
              <a:rPr lang="en-US" sz="2200" dirty="0">
                <a:solidFill>
                  <a:srgbClr val="00A3E0"/>
                </a:solidFill>
                <a:latin typeface="Calibri" pitchFamily="34" charset="0"/>
                <a:ea typeface="Calibri" pitchFamily="34" charset="-122"/>
                <a:cs typeface="Calibri" pitchFamily="34" charset="-120"/>
              </a:rPr>
              <a:t>Off-the-Grid</a:t>
            </a:r>
            <a:endParaRPr lang="en-US" sz="2200" dirty="0"/>
          </a:p>
        </p:txBody>
      </p:sp>
      <p:sp>
        <p:nvSpPr>
          <p:cNvPr id="6" name="Text 4"/>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7" name="Text 5"/>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8" name="Text 6"/>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9" name="Text 7"/>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10" name="Text 8"/>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5/18</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Cadrage &amp; configuration de l'interface (WebVisu)</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Analyse &amp; cadrage</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Étude de l'automate WAGO 750-8217 et de la WebVisu Codesys</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Recensement des variables à suivre et des paramètres à piloter</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Périmètre de pilotage</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Plages de sécurité (garde-fous) et valeurs par défaut</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Matrice de pilotage : variables, bornes, modes</a:t>
            </a:r>
            <a:endParaRPr lang="en-US" sz="1050" dirty="0"/>
          </a:p>
        </p:txBody>
      </p:sp>
      <p:sp>
        <p:nvSpPr>
          <p:cNvPr id="31" name="Shape 29"/>
          <p:cNvSpPr/>
          <p:nvPr/>
        </p:nvSpPr>
        <p:spPr>
          <a:xfrm>
            <a:off x="7571232" y="2221992"/>
            <a:ext cx="1097280" cy="384048"/>
          </a:xfrm>
          <a:prstGeom prst="rect">
            <a:avLst/>
          </a:prstGeom>
          <a:solidFill>
            <a:srgbClr val="1B2A4A"/>
          </a:solidFill>
          <a:ln w="6350">
            <a:solidFill>
              <a:srgbClr val="2A3F6A"/>
            </a:solidFill>
            <a:prstDash val="solid"/>
          </a:ln>
        </p:spPr>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33" name="Shape 31"/>
          <p:cNvSpPr/>
          <p:nvPr/>
        </p:nvSpPr>
        <p:spPr>
          <a:xfrm>
            <a:off x="274320" y="2606040"/>
            <a:ext cx="2926080" cy="384048"/>
          </a:xfrm>
          <a:prstGeom prst="rect">
            <a:avLst/>
          </a:prstGeom>
          <a:solidFill>
            <a:srgbClr val="162035"/>
          </a:solidFill>
          <a:ln w="6350">
            <a:solidFill>
              <a:srgbClr val="2A3F6A"/>
            </a:solidFill>
            <a:prstDash val="solid"/>
          </a:ln>
        </p:spPr>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Configuration WebVisu</a:t>
            </a:r>
            <a:endParaRPr lang="en-US" sz="1050" dirty="0"/>
          </a:p>
        </p:txBody>
      </p:sp>
      <p:sp>
        <p:nvSpPr>
          <p:cNvPr id="35" name="Shape 33"/>
          <p:cNvSpPr/>
          <p:nvPr/>
        </p:nvSpPr>
        <p:spPr>
          <a:xfrm>
            <a:off x="3200400" y="2606040"/>
            <a:ext cx="4389120" cy="384048"/>
          </a:xfrm>
          <a:prstGeom prst="rect">
            <a:avLst/>
          </a:prstGeom>
          <a:solidFill>
            <a:srgbClr val="162035"/>
          </a:solidFill>
          <a:ln w="6350">
            <a:solidFill>
              <a:srgbClr val="2A3F6A"/>
            </a:solidFill>
            <a:prstDash val="solid"/>
          </a:ln>
        </p:spPr>
      </p:sp>
      <p:sp>
        <p:nvSpPr>
          <p:cNvPr id="36" name="Text 34"/>
          <p:cNvSpPr/>
          <p:nvPr/>
        </p:nvSpPr>
        <p:spPr>
          <a:xfrm>
            <a:off x="3273552" y="260604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Page de visualisation (suivi + saisie) dans Codesys</a:t>
            </a:r>
            <a:endParaRPr lang="en-US" sz="1050" dirty="0"/>
          </a:p>
        </p:txBody>
      </p:sp>
      <p:sp>
        <p:nvSpPr>
          <p:cNvPr id="37" name="Shape 35"/>
          <p:cNvSpPr/>
          <p:nvPr/>
        </p:nvSpPr>
        <p:spPr>
          <a:xfrm>
            <a:off x="7589520" y="2606040"/>
            <a:ext cx="1097280" cy="384048"/>
          </a:xfrm>
          <a:prstGeom prst="rect">
            <a:avLst/>
          </a:prstGeom>
          <a:solidFill>
            <a:srgbClr val="162035"/>
          </a:solidFill>
          <a:ln w="6350">
            <a:solidFill>
              <a:srgbClr val="2A3F6A"/>
            </a:solidFill>
            <a:prstDash val="solid"/>
          </a:ln>
        </p:spPr>
      </p:sp>
      <p:sp>
        <p:nvSpPr>
          <p:cNvPr id="38" name="Text 36"/>
          <p:cNvSpPr/>
          <p:nvPr/>
        </p:nvSpPr>
        <p:spPr>
          <a:xfrm>
            <a:off x="7662672" y="260604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39" name="Shape 37"/>
          <p:cNvSpPr/>
          <p:nvPr/>
        </p:nvSpPr>
        <p:spPr>
          <a:xfrm>
            <a:off x="274320" y="2990088"/>
            <a:ext cx="2926080" cy="384048"/>
          </a:xfrm>
          <a:prstGeom prst="rect">
            <a:avLst/>
          </a:prstGeom>
          <a:solidFill>
            <a:srgbClr val="1B2A4A"/>
          </a:solidFill>
          <a:ln w="6350">
            <a:solidFill>
              <a:srgbClr val="2A3F6A"/>
            </a:solidFill>
            <a:prstDash val="solid"/>
          </a:ln>
        </p:spPr>
      </p:sp>
      <p:sp>
        <p:nvSpPr>
          <p:cNvPr id="40" name="Text 38"/>
          <p:cNvSpPr/>
          <p:nvPr/>
        </p:nvSpPr>
        <p:spPr>
          <a:xfrm>
            <a:off x="347472" y="2990088"/>
            <a:ext cx="2834640" cy="384048"/>
          </a:xfrm>
          <a:prstGeom prst="rect">
            <a:avLst/>
          </a:prstGeom>
          <a:noFill/>
          <a:ln/>
        </p:spPr>
        <p:txBody>
          <a:bodyPr wrap="square" lIns="0" tIns="0" rIns="0" bIns="0" rtlCol="0" anchor="ctr"/>
          <a:lstStyle/>
          <a:p>
            <a:pPr marL="0" indent="0">
              <a:buNone/>
            </a:pPr>
            <a:endParaRPr lang="en-US" sz="1050" dirty="0"/>
          </a:p>
        </p:txBody>
      </p:sp>
      <p:sp>
        <p:nvSpPr>
          <p:cNvPr id="41" name="Shape 39"/>
          <p:cNvSpPr/>
          <p:nvPr/>
        </p:nvSpPr>
        <p:spPr>
          <a:xfrm>
            <a:off x="3200400" y="2990088"/>
            <a:ext cx="4389120" cy="384048"/>
          </a:xfrm>
          <a:prstGeom prst="rect">
            <a:avLst/>
          </a:prstGeom>
          <a:solidFill>
            <a:srgbClr val="1B2A4A"/>
          </a:solidFill>
          <a:ln w="6350">
            <a:solidFill>
              <a:srgbClr val="2A3F6A"/>
            </a:solidFill>
            <a:prstDash val="solid"/>
          </a:ln>
        </p:spPr>
      </p:sp>
      <p:sp>
        <p:nvSpPr>
          <p:cNvPr id="42" name="Text 40"/>
          <p:cNvSpPr/>
          <p:nvPr/>
        </p:nvSpPr>
        <p:spPr>
          <a:xfrm>
            <a:off x="3273552" y="299008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Validation lecture / écriture via le tunnel, sans recompilation</a:t>
            </a:r>
            <a:endParaRPr lang="en-US" sz="1050" dirty="0"/>
          </a:p>
        </p:txBody>
      </p:sp>
      <p:sp>
        <p:nvSpPr>
          <p:cNvPr id="43" name="Shape 41"/>
          <p:cNvSpPr/>
          <p:nvPr/>
        </p:nvSpPr>
        <p:spPr>
          <a:xfrm>
            <a:off x="7589520" y="2990088"/>
            <a:ext cx="1097280" cy="384048"/>
          </a:xfrm>
          <a:prstGeom prst="rect">
            <a:avLst/>
          </a:prstGeom>
          <a:solidFill>
            <a:srgbClr val="1B2A4A"/>
          </a:solidFill>
          <a:ln w="6350">
            <a:solidFill>
              <a:srgbClr val="2A3F6A"/>
            </a:solidFill>
            <a:prstDash val="solid"/>
          </a:ln>
        </p:spPr>
      </p:sp>
      <p:sp>
        <p:nvSpPr>
          <p:cNvPr id="44" name="Text 42"/>
          <p:cNvSpPr/>
          <p:nvPr/>
        </p:nvSpPr>
        <p:spPr>
          <a:xfrm>
            <a:off x="7662672" y="299008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6/18</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Couche de données &amp; connexion de l'application</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Couche de données</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Couche d'accès aux variables (via WebVisu / passerelle)</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Définition des classes et de la structure du code</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Connexion (tunnel)</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Lancement du tunnel OpenVPN + ouverture de l'URL fixe</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Lecture / écriture des paramètres réels via le tunnel</a:t>
            </a:r>
            <a:endParaRPr lang="en-US" sz="1050" dirty="0"/>
          </a:p>
        </p:txBody>
      </p:sp>
      <p:sp>
        <p:nvSpPr>
          <p:cNvPr id="31" name="Shape 29"/>
          <p:cNvSpPr/>
          <p:nvPr/>
        </p:nvSpPr>
        <p:spPr>
          <a:xfrm>
            <a:off x="7589520" y="2221992"/>
            <a:ext cx="1097280" cy="384048"/>
          </a:xfrm>
          <a:prstGeom prst="rect">
            <a:avLst/>
          </a:prstGeom>
          <a:solidFill>
            <a:srgbClr val="1B2A4A"/>
          </a:solidFill>
          <a:ln w="6350">
            <a:solidFill>
              <a:srgbClr val="2A3F6A"/>
            </a:solidFill>
            <a:prstDash val="solid"/>
          </a:ln>
        </p:spPr>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33" name="Shape 31"/>
          <p:cNvSpPr/>
          <p:nvPr/>
        </p:nvSpPr>
        <p:spPr>
          <a:xfrm>
            <a:off x="274320" y="2606040"/>
            <a:ext cx="2926080" cy="384048"/>
          </a:xfrm>
          <a:prstGeom prst="rect">
            <a:avLst/>
          </a:prstGeom>
          <a:solidFill>
            <a:srgbClr val="162035"/>
          </a:solidFill>
          <a:ln w="6350">
            <a:solidFill>
              <a:srgbClr val="2A3F6A"/>
            </a:solidFill>
            <a:prstDash val="solid"/>
          </a:ln>
        </p:spPr>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Tests &amp; livrable</a:t>
            </a:r>
            <a:endParaRPr lang="en-US" sz="1050" dirty="0"/>
          </a:p>
        </p:txBody>
      </p:sp>
      <p:sp>
        <p:nvSpPr>
          <p:cNvPr id="35" name="Shape 33"/>
          <p:cNvSpPr/>
          <p:nvPr/>
        </p:nvSpPr>
        <p:spPr>
          <a:xfrm>
            <a:off x="3200400" y="2606040"/>
            <a:ext cx="4389120" cy="384048"/>
          </a:xfrm>
          <a:prstGeom prst="rect">
            <a:avLst/>
          </a:prstGeom>
          <a:solidFill>
            <a:srgbClr val="162035"/>
          </a:solidFill>
          <a:ln w="6350">
            <a:solidFill>
              <a:srgbClr val="2A3F6A"/>
            </a:solidFill>
            <a:prstDash val="solid"/>
          </a:ln>
        </p:spPr>
      </p:sp>
      <p:sp>
        <p:nvSpPr>
          <p:cNvPr id="36" name="Text 34"/>
          <p:cNvSpPr/>
          <p:nvPr/>
        </p:nvSpPr>
        <p:spPr>
          <a:xfrm>
            <a:off x="3273552" y="260604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Remplacement de la couche simulée du MVP par la réelle</a:t>
            </a:r>
            <a:endParaRPr lang="en-US" sz="1050" dirty="0"/>
          </a:p>
        </p:txBody>
      </p:sp>
      <p:sp>
        <p:nvSpPr>
          <p:cNvPr id="37" name="Shape 35"/>
          <p:cNvSpPr/>
          <p:nvPr/>
        </p:nvSpPr>
        <p:spPr>
          <a:xfrm>
            <a:off x="7589520" y="2606040"/>
            <a:ext cx="1097280" cy="384048"/>
          </a:xfrm>
          <a:prstGeom prst="rect">
            <a:avLst/>
          </a:prstGeom>
          <a:solidFill>
            <a:srgbClr val="162035"/>
          </a:solidFill>
          <a:ln w="6350">
            <a:solidFill>
              <a:srgbClr val="2A3F6A"/>
            </a:solidFill>
            <a:prstDash val="solid"/>
          </a:ln>
        </p:spPr>
      </p:sp>
      <p:sp>
        <p:nvSpPr>
          <p:cNvPr id="38" name="Text 36"/>
          <p:cNvSpPr/>
          <p:nvPr/>
        </p:nvSpPr>
        <p:spPr>
          <a:xfrm>
            <a:off x="7662672" y="260604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39" name="Shape 37"/>
          <p:cNvSpPr/>
          <p:nvPr/>
        </p:nvSpPr>
        <p:spPr>
          <a:xfrm>
            <a:off x="274320" y="2990088"/>
            <a:ext cx="2926080" cy="384048"/>
          </a:xfrm>
          <a:prstGeom prst="rect">
            <a:avLst/>
          </a:prstGeom>
          <a:solidFill>
            <a:srgbClr val="1B2A4A"/>
          </a:solidFill>
          <a:ln w="6350">
            <a:solidFill>
              <a:srgbClr val="2A3F6A"/>
            </a:solidFill>
            <a:prstDash val="solid"/>
          </a:ln>
        </p:spPr>
      </p:sp>
      <p:sp>
        <p:nvSpPr>
          <p:cNvPr id="40" name="Text 38"/>
          <p:cNvSpPr/>
          <p:nvPr/>
        </p:nvSpPr>
        <p:spPr>
          <a:xfrm>
            <a:off x="347472" y="2990088"/>
            <a:ext cx="2834640" cy="384048"/>
          </a:xfrm>
          <a:prstGeom prst="rect">
            <a:avLst/>
          </a:prstGeom>
          <a:noFill/>
          <a:ln/>
        </p:spPr>
        <p:txBody>
          <a:bodyPr wrap="square" lIns="0" tIns="0" rIns="0" bIns="0" rtlCol="0" anchor="ctr"/>
          <a:lstStyle/>
          <a:p>
            <a:pPr marL="0" indent="0">
              <a:buNone/>
            </a:pPr>
            <a:endParaRPr lang="en-US" sz="1050" dirty="0"/>
          </a:p>
        </p:txBody>
      </p:sp>
      <p:sp>
        <p:nvSpPr>
          <p:cNvPr id="41" name="Shape 39"/>
          <p:cNvSpPr/>
          <p:nvPr/>
        </p:nvSpPr>
        <p:spPr>
          <a:xfrm>
            <a:off x="3200400" y="2990088"/>
            <a:ext cx="4389120" cy="384048"/>
          </a:xfrm>
          <a:prstGeom prst="rect">
            <a:avLst/>
          </a:prstGeom>
          <a:solidFill>
            <a:srgbClr val="1B2A4A"/>
          </a:solidFill>
          <a:ln w="6350">
            <a:solidFill>
              <a:srgbClr val="2A3F6A"/>
            </a:solidFill>
            <a:prstDash val="solid"/>
          </a:ln>
        </p:spPr>
      </p:sp>
      <p:sp>
        <p:nvSpPr>
          <p:cNvPr id="42" name="Text 40"/>
          <p:cNvSpPr/>
          <p:nvPr/>
        </p:nvSpPr>
        <p:spPr>
          <a:xfrm>
            <a:off x="3273552" y="299008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Tests bout en bout + documentation de la couche d'accès</a:t>
            </a:r>
            <a:endParaRPr lang="en-US" sz="1050" dirty="0"/>
          </a:p>
        </p:txBody>
      </p:sp>
      <p:sp>
        <p:nvSpPr>
          <p:cNvPr id="43" name="Shape 41"/>
          <p:cNvSpPr/>
          <p:nvPr/>
        </p:nvSpPr>
        <p:spPr>
          <a:xfrm>
            <a:off x="7589520" y="2990088"/>
            <a:ext cx="1097280" cy="384048"/>
          </a:xfrm>
          <a:prstGeom prst="rect">
            <a:avLst/>
          </a:prstGeom>
          <a:solidFill>
            <a:srgbClr val="1B2A4A"/>
          </a:solidFill>
          <a:ln w="6350">
            <a:solidFill>
              <a:srgbClr val="2A3F6A"/>
            </a:solidFill>
            <a:prstDash val="solid"/>
          </a:ln>
        </p:spPr>
      </p:sp>
      <p:sp>
        <p:nvSpPr>
          <p:cNvPr id="44" name="Text 42"/>
          <p:cNvSpPr/>
          <p:nvPr/>
        </p:nvSpPr>
        <p:spPr>
          <a:xfrm>
            <a:off x="7662672" y="299008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7/18</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Tableau de bord &amp; visualisation (reprise du MVP)</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Tableau de bord (MVP)</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Reprise du prototype existant (tableau de bord temps réel)</a:t>
            </a:r>
            <a:r>
              <a:rPr lang="en-US" sz="1050" dirty="0" err="1">
                <a:solidFill>
                  <a:srgbClr val="FFFFFF"/>
                </a:solidFill>
                <a:latin typeface="Calibri" pitchFamily="34" charset="0"/>
                <a:ea typeface="Calibri" pitchFamily="34" charset="-122"/>
                <a:cs typeface="Calibri" pitchFamily="34" charset="-120"/>
              </a:rPr>
              <a:t/>
            </a:r>
            <a:r>
              <a:rPr lang="en-US" sz="1050" dirty="0">
                <a:solidFill>
                  <a:srgbClr val="FFFFFF"/>
                </a:solidFill>
                <a:latin typeface="Calibri" pitchFamily="34" charset="0"/>
                <a:ea typeface="Calibri" pitchFamily="34" charset="-122"/>
                <a:cs typeface="Calibri" pitchFamily="34" charset="-120"/>
              </a:rPr>
              <a:t/>
            </a:r>
            <a:endParaRPr lang="en-US" sz="1050" dirty="0"/>
          </a:p>
        </p:txBody>
      </p:sp>
      <p:sp>
        <p:nvSpPr>
          <p:cNvPr id="13" name="Shape 11"/>
          <p:cNvSpPr/>
          <p:nvPr/>
        </p:nvSpPr>
        <p:spPr>
          <a:xfrm>
            <a:off x="7571232"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Finalisation des indicateurs : PV, batterie, conso, thermique</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27" name="Shape 25"/>
          <p:cNvSpPr/>
          <p:nvPr/>
        </p:nvSpPr>
        <p:spPr>
          <a:xfrm>
            <a:off x="274320" y="1845854"/>
            <a:ext cx="2926080" cy="384048"/>
          </a:xfrm>
          <a:prstGeom prst="rect">
            <a:avLst/>
          </a:prstGeom>
          <a:solidFill>
            <a:srgbClr val="1B2A4A"/>
          </a:solidFill>
          <a:ln w="6350">
            <a:solidFill>
              <a:srgbClr val="2A3F6A"/>
            </a:solidFill>
            <a:prstDash val="solid"/>
          </a:ln>
        </p:spPr>
      </p:sp>
      <p:sp>
        <p:nvSpPr>
          <p:cNvPr id="28" name="Text 26"/>
          <p:cNvSpPr/>
          <p:nvPr/>
        </p:nvSpPr>
        <p:spPr>
          <a:xfrm>
            <a:off x="347472" y="1845854"/>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1845854"/>
            <a:ext cx="4389120" cy="384048"/>
          </a:xfrm>
          <a:prstGeom prst="rect">
            <a:avLst/>
          </a:prstGeom>
          <a:solidFill>
            <a:srgbClr val="1B2A4A"/>
          </a:solidFill>
          <a:ln w="6350">
            <a:solidFill>
              <a:srgbClr val="2A3F6A"/>
            </a:solidFill>
            <a:prstDash val="solid"/>
          </a:ln>
        </p:spPr>
      </p:sp>
      <p:sp>
        <p:nvSpPr>
          <p:cNvPr id="30" name="Text 28"/>
          <p:cNvSpPr/>
          <p:nvPr/>
        </p:nvSpPr>
        <p:spPr>
          <a:xfrm>
            <a:off x="3273552" y="184585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Graphes temps réel et diagramme de flux d'énergie</a:t>
            </a:r>
            <a:endParaRPr lang="en-US" sz="1050" dirty="0"/>
          </a:p>
        </p:txBody>
      </p:sp>
      <p:sp>
        <p:nvSpPr>
          <p:cNvPr id="31" name="Shape 29"/>
          <p:cNvSpPr/>
          <p:nvPr/>
        </p:nvSpPr>
        <p:spPr>
          <a:xfrm>
            <a:off x="7589520" y="1845854"/>
            <a:ext cx="1097280" cy="384048"/>
          </a:xfrm>
          <a:prstGeom prst="rect">
            <a:avLst/>
          </a:prstGeom>
          <a:solidFill>
            <a:srgbClr val="1B2A4A"/>
          </a:solidFill>
          <a:ln w="6350">
            <a:solidFill>
              <a:srgbClr val="2A3F6A"/>
            </a:solidFill>
            <a:prstDash val="solid"/>
          </a:ln>
        </p:spPr>
      </p:sp>
      <p:sp>
        <p:nvSpPr>
          <p:cNvPr id="32" name="Text 30"/>
          <p:cNvSpPr/>
          <p:nvPr/>
        </p:nvSpPr>
        <p:spPr>
          <a:xfrm>
            <a:off x="7662672" y="184585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33" name="Shape 31"/>
          <p:cNvSpPr/>
          <p:nvPr/>
        </p:nvSpPr>
        <p:spPr>
          <a:xfrm>
            <a:off x="274320" y="2229902"/>
            <a:ext cx="2926080" cy="384048"/>
          </a:xfrm>
          <a:prstGeom prst="rect">
            <a:avLst/>
          </a:prstGeom>
          <a:solidFill>
            <a:srgbClr val="162035"/>
          </a:solidFill>
          <a:ln w="6350">
            <a:solidFill>
              <a:srgbClr val="2A3F6A"/>
            </a:solidFill>
            <a:prstDash val="solid"/>
          </a:ln>
        </p:spPr>
      </p:sp>
      <p:sp>
        <p:nvSpPr>
          <p:cNvPr id="34" name="Text 32"/>
          <p:cNvSpPr/>
          <p:nvPr/>
        </p:nvSpPr>
        <p:spPr>
          <a:xfrm>
            <a:off x="347472" y="2229902"/>
            <a:ext cx="2834640" cy="384048"/>
          </a:xfrm>
          <a:prstGeom prst="rect">
            <a:avLst/>
          </a:prstGeom>
          <a:noFill/>
          <a:ln/>
        </p:spPr>
        <p:txBody>
          <a:bodyPr wrap="square" lIns="0" tIns="0" rIns="0" bIns="0" rtlCol="0" anchor="ctr"/>
          <a:lstStyle/>
          <a:p>
            <a:pPr marL="0" indent="0">
              <a:buNone/>
            </a:pPr>
            <a:endParaRPr lang="en-US" sz="1050" dirty="0"/>
          </a:p>
        </p:txBody>
      </p:sp>
      <p:sp>
        <p:nvSpPr>
          <p:cNvPr id="35" name="Shape 33"/>
          <p:cNvSpPr/>
          <p:nvPr/>
        </p:nvSpPr>
        <p:spPr>
          <a:xfrm>
            <a:off x="3200400" y="2229902"/>
            <a:ext cx="4389120" cy="384048"/>
          </a:xfrm>
          <a:prstGeom prst="rect">
            <a:avLst/>
          </a:prstGeom>
          <a:solidFill>
            <a:srgbClr val="162035"/>
          </a:solidFill>
          <a:ln w="6350">
            <a:solidFill>
              <a:srgbClr val="2A3F6A"/>
            </a:solidFill>
            <a:prstDash val="solid"/>
          </a:ln>
        </p:spPr>
      </p:sp>
      <p:sp>
        <p:nvSpPr>
          <p:cNvPr id="36" name="Text 34"/>
          <p:cNvSpPr/>
          <p:nvPr/>
        </p:nvSpPr>
        <p:spPr>
          <a:xfrm>
            <a:off x="3273552" y="222990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Liaison de l'affichage aux données réelles de l'automate</a:t>
            </a:r>
            <a:endParaRPr lang="en-US" sz="1050" dirty="0"/>
          </a:p>
        </p:txBody>
      </p:sp>
      <p:sp>
        <p:nvSpPr>
          <p:cNvPr id="37" name="Shape 35"/>
          <p:cNvSpPr/>
          <p:nvPr/>
        </p:nvSpPr>
        <p:spPr>
          <a:xfrm>
            <a:off x="7589520" y="2229902"/>
            <a:ext cx="1097280" cy="384048"/>
          </a:xfrm>
          <a:prstGeom prst="rect">
            <a:avLst/>
          </a:prstGeom>
          <a:solidFill>
            <a:srgbClr val="162035"/>
          </a:solidFill>
          <a:ln w="6350">
            <a:solidFill>
              <a:srgbClr val="2A3F6A"/>
            </a:solidFill>
            <a:prstDash val="solid"/>
          </a:ln>
        </p:spPr>
      </p:sp>
      <p:sp>
        <p:nvSpPr>
          <p:cNvPr id="38" name="Text 36"/>
          <p:cNvSpPr/>
          <p:nvPr/>
        </p:nvSpPr>
        <p:spPr>
          <a:xfrm>
            <a:off x="7662672" y="222990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39" name="Shape 37"/>
          <p:cNvSpPr/>
          <p:nvPr/>
        </p:nvSpPr>
        <p:spPr>
          <a:xfrm>
            <a:off x="274320" y="2613950"/>
            <a:ext cx="2926080" cy="384048"/>
          </a:xfrm>
          <a:prstGeom prst="rect">
            <a:avLst/>
          </a:prstGeom>
          <a:solidFill>
            <a:srgbClr val="1B2A4A"/>
          </a:solidFill>
          <a:ln w="6350">
            <a:solidFill>
              <a:srgbClr val="2A3F6A"/>
            </a:solidFill>
            <a:prstDash val="solid"/>
          </a:ln>
        </p:spPr>
      </p:sp>
      <p:sp>
        <p:nvSpPr>
          <p:cNvPr id="40" name="Text 38"/>
          <p:cNvSpPr/>
          <p:nvPr/>
        </p:nvSpPr>
        <p:spPr>
          <a:xfrm>
            <a:off x="347472" y="261395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Livrable</a:t>
            </a:r>
            <a:endParaRPr lang="en-US" sz="1050" dirty="0"/>
          </a:p>
        </p:txBody>
      </p:sp>
      <p:sp>
        <p:nvSpPr>
          <p:cNvPr id="41" name="Shape 39"/>
          <p:cNvSpPr/>
          <p:nvPr/>
        </p:nvSpPr>
        <p:spPr>
          <a:xfrm>
            <a:off x="3200400" y="2613950"/>
            <a:ext cx="4389120" cy="384048"/>
          </a:xfrm>
          <a:prstGeom prst="rect">
            <a:avLst/>
          </a:prstGeom>
          <a:solidFill>
            <a:srgbClr val="1B2A4A"/>
          </a:solidFill>
          <a:ln w="6350">
            <a:solidFill>
              <a:srgbClr val="2A3F6A"/>
            </a:solidFill>
            <a:prstDash val="solid"/>
          </a:ln>
        </p:spPr>
      </p:sp>
      <p:sp>
        <p:nvSpPr>
          <p:cNvPr id="42" name="Text 40"/>
          <p:cNvSpPr/>
          <p:nvPr/>
        </p:nvSpPr>
        <p:spPr>
          <a:xfrm>
            <a:off x="3273552" y="261395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Tableau de bord connecté et documenté</a:t>
            </a:r>
            <a:endParaRPr lang="en-US" sz="1050" dirty="0"/>
          </a:p>
        </p:txBody>
      </p:sp>
      <p:sp>
        <p:nvSpPr>
          <p:cNvPr id="43" name="Shape 41"/>
          <p:cNvSpPr/>
          <p:nvPr/>
        </p:nvSpPr>
        <p:spPr>
          <a:xfrm>
            <a:off x="7589520" y="2613950"/>
            <a:ext cx="1097280" cy="384048"/>
          </a:xfrm>
          <a:prstGeom prst="rect">
            <a:avLst/>
          </a:prstGeom>
          <a:solidFill>
            <a:srgbClr val="1B2A4A"/>
          </a:solidFill>
          <a:ln w="6350">
            <a:solidFill>
              <a:srgbClr val="2A3F6A"/>
            </a:solidFill>
            <a:prstDash val="solid"/>
          </a:ln>
        </p:spPr>
      </p:sp>
      <p:sp>
        <p:nvSpPr>
          <p:cNvPr id="44" name="Text 42"/>
          <p:cNvSpPr/>
          <p:nvPr/>
        </p:nvSpPr>
        <p:spPr>
          <a:xfrm>
            <a:off x="7662672" y="261395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8/18</a:t>
            </a:r>
            <a:endParaRPr lang="en-US" sz="550" dirty="0"/>
          </a:p>
        </p:txBody>
      </p:sp>
      <p:sp>
        <p:nvSpPr>
          <p:cNvPr id="54" name="ZoneTexte 53">
            <a:extLst>
              <a:ext uri="{FF2B5EF4-FFF2-40B4-BE49-F238E27FC236}">
                <a16:creationId xmlns:a16="http://schemas.microsoft.com/office/drawing/2014/main" id="{04D5997D-12BF-3638-F3B4-2F88B0468DA2}"/>
              </a:ext>
            </a:extLst>
          </p:cNvPr>
          <p:cNvSpPr txBox="1"/>
          <p:nvPr/>
        </p:nvSpPr>
        <p:spPr>
          <a:xfrm>
            <a:off x="274320" y="1893690"/>
            <a:ext cx="4572000"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Pilotage, garde-fous &amp; application mobile</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Contrôles de pilotage</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Conception des contrôles : modes, consignes, on/off</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Garde-fous applicatifs : validation des plages admissibles</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Application mobile</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Empaquetage en application mobile (Capacitor / React Native)</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Adaptation de l'ergonomie au format smartphone</a:t>
            </a:r>
            <a:endParaRPr lang="en-US" sz="1050" dirty="0"/>
          </a:p>
        </p:txBody>
      </p:sp>
      <p:sp>
        <p:nvSpPr>
          <p:cNvPr id="31" name="Shape 29"/>
          <p:cNvSpPr/>
          <p:nvPr/>
        </p:nvSpPr>
        <p:spPr>
          <a:xfrm>
            <a:off x="7589520" y="2221992"/>
            <a:ext cx="1097280" cy="384048"/>
          </a:xfrm>
          <a:prstGeom prst="rect">
            <a:avLst/>
          </a:prstGeom>
          <a:solidFill>
            <a:srgbClr val="1B2A4A"/>
          </a:solidFill>
          <a:ln w="6350">
            <a:solidFill>
              <a:srgbClr val="2A3F6A"/>
            </a:solidFill>
            <a:prstDash val="solid"/>
          </a:ln>
        </p:spPr>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33" name="Shape 31"/>
          <p:cNvSpPr/>
          <p:nvPr/>
        </p:nvSpPr>
        <p:spPr>
          <a:xfrm>
            <a:off x="274320" y="2606040"/>
            <a:ext cx="2926080" cy="384048"/>
          </a:xfrm>
          <a:prstGeom prst="rect">
            <a:avLst/>
          </a:prstGeom>
          <a:solidFill>
            <a:srgbClr val="162035"/>
          </a:solidFill>
          <a:ln w="6350">
            <a:solidFill>
              <a:srgbClr val="2A3F6A"/>
            </a:solidFill>
            <a:prstDash val="solid"/>
          </a:ln>
        </p:spPr>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Validation</a:t>
            </a:r>
            <a:endParaRPr lang="en-US" sz="1050" dirty="0"/>
          </a:p>
        </p:txBody>
      </p:sp>
      <p:sp>
        <p:nvSpPr>
          <p:cNvPr id="35" name="Shape 33"/>
          <p:cNvSpPr/>
          <p:nvPr/>
        </p:nvSpPr>
        <p:spPr>
          <a:xfrm>
            <a:off x="3200400" y="2606040"/>
            <a:ext cx="4389120" cy="384048"/>
          </a:xfrm>
          <a:prstGeom prst="rect">
            <a:avLst/>
          </a:prstGeom>
          <a:solidFill>
            <a:srgbClr val="162035"/>
          </a:solidFill>
          <a:ln w="6350">
            <a:solidFill>
              <a:srgbClr val="2A3F6A"/>
            </a:solidFill>
            <a:prstDash val="solid"/>
          </a:ln>
        </p:spPr>
      </p:sp>
      <p:sp>
        <p:nvSpPr>
          <p:cNvPr id="36" name="Text 34"/>
          <p:cNvSpPr/>
          <p:nvPr/>
        </p:nvSpPr>
        <p:spPr>
          <a:xfrm>
            <a:off x="3273552" y="260604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Revue de l'ergonomie avec François</a:t>
            </a:r>
            <a:r>
              <a:rPr lang="en-US" sz="1050" dirty="0" err="1">
                <a:solidFill>
                  <a:srgbClr val="FFFFFF"/>
                </a:solidFill>
                <a:latin typeface="Calibri" pitchFamily="34" charset="0"/>
                <a:ea typeface="Calibri" pitchFamily="34" charset="-122"/>
                <a:cs typeface="Calibri" pitchFamily="34" charset="-120"/>
              </a:rPr>
              <a:t/>
            </a:r>
            <a:r>
              <a:rPr lang="en-US" sz="1050" dirty="0">
                <a:solidFill>
                  <a:srgbClr val="FFFFFF"/>
                </a:solidFill>
                <a:latin typeface="Calibri" pitchFamily="34" charset="0"/>
                <a:ea typeface="Calibri" pitchFamily="34" charset="-122"/>
                <a:cs typeface="Calibri" pitchFamily="34" charset="-120"/>
              </a:rPr>
              <a:t/>
            </a:r>
            <a:endParaRPr lang="en-US" sz="1050" dirty="0"/>
          </a:p>
        </p:txBody>
      </p:sp>
      <p:sp>
        <p:nvSpPr>
          <p:cNvPr id="37" name="Shape 35"/>
          <p:cNvSpPr/>
          <p:nvPr/>
        </p:nvSpPr>
        <p:spPr>
          <a:xfrm>
            <a:off x="7589520" y="2606040"/>
            <a:ext cx="1097280" cy="384048"/>
          </a:xfrm>
          <a:prstGeom prst="rect">
            <a:avLst/>
          </a:prstGeom>
          <a:solidFill>
            <a:srgbClr val="162035"/>
          </a:solidFill>
          <a:ln w="6350">
            <a:solidFill>
              <a:srgbClr val="2A3F6A"/>
            </a:solidFill>
            <a:prstDash val="solid"/>
          </a:ln>
        </p:spPr>
      </p:sp>
      <p:sp>
        <p:nvSpPr>
          <p:cNvPr id="38" name="Text 36"/>
          <p:cNvSpPr/>
          <p:nvPr/>
        </p:nvSpPr>
        <p:spPr>
          <a:xfrm>
            <a:off x="7662672" y="260604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39" name="Shape 37"/>
          <p:cNvSpPr/>
          <p:nvPr/>
        </p:nvSpPr>
        <p:spPr>
          <a:xfrm>
            <a:off x="274320" y="2990088"/>
            <a:ext cx="2926080" cy="384048"/>
          </a:xfrm>
          <a:prstGeom prst="rect">
            <a:avLst/>
          </a:prstGeom>
          <a:solidFill>
            <a:srgbClr val="1B2A4A"/>
          </a:solidFill>
          <a:ln w="6350">
            <a:solidFill>
              <a:srgbClr val="2A3F6A"/>
            </a:solidFill>
            <a:prstDash val="solid"/>
          </a:ln>
        </p:spPr>
      </p:sp>
      <p:sp>
        <p:nvSpPr>
          <p:cNvPr id="40" name="Text 38"/>
          <p:cNvSpPr/>
          <p:nvPr/>
        </p:nvSpPr>
        <p:spPr>
          <a:xfrm>
            <a:off x="347472" y="299008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Livrable</a:t>
            </a:r>
            <a:endParaRPr lang="en-US" sz="1050" dirty="0"/>
          </a:p>
        </p:txBody>
      </p:sp>
      <p:sp>
        <p:nvSpPr>
          <p:cNvPr id="41" name="Shape 39"/>
          <p:cNvSpPr/>
          <p:nvPr/>
        </p:nvSpPr>
        <p:spPr>
          <a:xfrm>
            <a:off x="3200400" y="2990088"/>
            <a:ext cx="4389120" cy="384048"/>
          </a:xfrm>
          <a:prstGeom prst="rect">
            <a:avLst/>
          </a:prstGeom>
          <a:solidFill>
            <a:srgbClr val="1B2A4A"/>
          </a:solidFill>
          <a:ln w="6350">
            <a:solidFill>
              <a:srgbClr val="2A3F6A"/>
            </a:solidFill>
            <a:prstDash val="solid"/>
          </a:ln>
        </p:spPr>
      </p:sp>
      <p:sp>
        <p:nvSpPr>
          <p:cNvPr id="42" name="Text 40"/>
          <p:cNvSpPr/>
          <p:nvPr/>
        </p:nvSpPr>
        <p:spPr>
          <a:xfrm>
            <a:off x="3273552" y="299008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Version bêta de l'application (web + mobile)</a:t>
            </a:r>
            <a:endParaRPr lang="en-US" sz="1050" dirty="0"/>
          </a:p>
        </p:txBody>
      </p:sp>
      <p:sp>
        <p:nvSpPr>
          <p:cNvPr id="43" name="Shape 41"/>
          <p:cNvSpPr/>
          <p:nvPr/>
        </p:nvSpPr>
        <p:spPr>
          <a:xfrm>
            <a:off x="7589520" y="2990088"/>
            <a:ext cx="1097280" cy="384048"/>
          </a:xfrm>
          <a:prstGeom prst="rect">
            <a:avLst/>
          </a:prstGeom>
          <a:solidFill>
            <a:srgbClr val="1B2A4A"/>
          </a:solidFill>
          <a:ln w="6350">
            <a:solidFill>
              <a:srgbClr val="2A3F6A"/>
            </a:solidFill>
            <a:prstDash val="solid"/>
          </a:ln>
        </p:spPr>
      </p:sp>
      <p:sp>
        <p:nvSpPr>
          <p:cNvPr id="44" name="Text 42"/>
          <p:cNvSpPr/>
          <p:nvPr/>
        </p:nvSpPr>
        <p:spPr>
          <a:xfrm>
            <a:off x="7662672" y="299008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9/18</a:t>
            </a:r>
            <a:endParaRPr lang="en-US" sz="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Tests de robustesse, déploiement &amp; documentation</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Tests de robustesse</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Simulation d'une coupure 4G en pleine modification</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L'automate conserve ses derniers paramètres valides</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Déploiement</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Mise à disposition de l'app + procédure de connexion</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Documentation</a:t>
            </a: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Documentation technique + guide d'utilisation</a:t>
            </a:r>
            <a:endParaRPr lang="en-US" sz="1050" dirty="0"/>
          </a:p>
        </p:txBody>
      </p:sp>
      <p:sp>
        <p:nvSpPr>
          <p:cNvPr id="31" name="Shape 29"/>
          <p:cNvSpPr/>
          <p:nvPr/>
        </p:nvSpPr>
        <p:spPr>
          <a:xfrm>
            <a:off x="7589520" y="2221992"/>
            <a:ext cx="1097280" cy="384048"/>
          </a:xfrm>
          <a:prstGeom prst="rect">
            <a:avLst/>
          </a:prstGeom>
          <a:solidFill>
            <a:srgbClr val="1B2A4A"/>
          </a:solidFill>
          <a:ln w="6350">
            <a:solidFill>
              <a:srgbClr val="2A3F6A"/>
            </a:solidFill>
            <a:prstDash val="solid"/>
          </a:ln>
        </p:spPr>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10/18</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1645920"/>
            <a:ext cx="9144000" cy="1920240"/>
          </a:xfrm>
          <a:prstGeom prst="rect">
            <a:avLst/>
          </a:prstGeom>
          <a:solidFill>
            <a:srgbClr val="1565C0"/>
          </a:solidFill>
          <a:ln w="12700">
            <a:solidFill>
              <a:srgbClr val="1565C0"/>
            </a:solidFill>
            <a:prstDash val="solid"/>
          </a:ln>
        </p:spPr>
      </p:sp>
      <p:sp>
        <p:nvSpPr>
          <p:cNvPr id="3" name="Text 1"/>
          <p:cNvSpPr/>
          <p:nvPr/>
        </p:nvSpPr>
        <p:spPr>
          <a:xfrm>
            <a:off x="457200" y="1737360"/>
            <a:ext cx="8229600" cy="45720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Partie 2</a:t>
            </a:r>
            <a:endParaRPr lang="en-US" sz="2000" dirty="0"/>
          </a:p>
        </p:txBody>
      </p:sp>
      <p:sp>
        <p:nvSpPr>
          <p:cNvPr id="4" name="Text 2"/>
          <p:cNvSpPr/>
          <p:nvPr/>
        </p:nvSpPr>
        <p:spPr>
          <a:xfrm>
            <a:off x="457200" y="2194560"/>
            <a:ext cx="8229600" cy="7315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Structuration de la Proposition Commerciale</a:t>
            </a:r>
            <a:endParaRPr lang="en-US" sz="3000" dirty="0"/>
          </a:p>
        </p:txBody>
      </p:sp>
      <p:sp>
        <p:nvSpPr>
          <p:cNvPr id="5" name="Text 3"/>
          <p:cNvSpPr/>
          <p:nvPr/>
        </p:nvSpPr>
        <p:spPr>
          <a:xfrm>
            <a:off x="457200" y="3017520"/>
            <a:ext cx="8229600" cy="457200"/>
          </a:xfrm>
          <a:prstGeom prst="rect">
            <a:avLst/>
          </a:prstGeom>
          <a:noFill/>
          <a:ln/>
        </p:spPr>
        <p:txBody>
          <a:bodyPr wrap="square" rtlCol="0" anchor="ctr"/>
          <a:lstStyle/>
          <a:p>
            <a:pPr marL="0" indent="0" algn="ctr">
              <a:buNone/>
            </a:pPr>
            <a:r>
              <a:rPr lang="en-US" sz="2200" dirty="0">
                <a:solidFill>
                  <a:srgbClr val="00A3E0"/>
                </a:solidFill>
                <a:latin typeface="Calibri" pitchFamily="34" charset="0"/>
                <a:ea typeface="Calibri" pitchFamily="34" charset="-122"/>
                <a:cs typeface="Calibri" pitchFamily="34" charset="-120"/>
              </a:rPr>
              <a:t>Off-the-Grid</a:t>
            </a:r>
            <a:endParaRPr lang="en-US" sz="2200" dirty="0"/>
          </a:p>
        </p:txBody>
      </p:sp>
      <p:sp>
        <p:nvSpPr>
          <p:cNvPr id="6" name="Text 4"/>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7" name="Text 5"/>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8" name="Text 6"/>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9" name="Text 7"/>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10" name="Text 8"/>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11/18</a:t>
            </a:r>
            <a:endParaRPr lang="en-US" sz="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Structuration de l'Offre de Services</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Customer Journey</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Modélisation du parcours client : Audit → Dimensionnement → Install → EMS → Maintenance</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Modèle économique</a:t>
            </a: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Définition du modèle : setup initial + abonnement app/maintenance à distance</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Comparatif des options tarifaires (forfait, modèle SaaS, etc.)</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33" name="Shape 31"/>
          <p:cNvSpPr/>
          <p:nvPr/>
        </p:nvSpPr>
        <p:spPr>
          <a:xfrm>
            <a:off x="274320" y="2223423"/>
            <a:ext cx="2926080" cy="384048"/>
          </a:xfrm>
          <a:prstGeom prst="rect">
            <a:avLst/>
          </a:prstGeom>
          <a:solidFill>
            <a:srgbClr val="162035"/>
          </a:solidFill>
          <a:ln w="6350">
            <a:solidFill>
              <a:srgbClr val="2A3F6A"/>
            </a:solidFill>
            <a:prstDash val="solid"/>
          </a:ln>
        </p:spPr>
      </p:sp>
      <p:sp>
        <p:nvSpPr>
          <p:cNvPr id="34" name="Text 32"/>
          <p:cNvSpPr/>
          <p:nvPr/>
        </p:nvSpPr>
        <p:spPr>
          <a:xfrm>
            <a:off x="347472" y="2223423"/>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Livrable</a:t>
            </a:r>
            <a:endParaRPr lang="en-US" sz="1050" dirty="0"/>
          </a:p>
        </p:txBody>
      </p:sp>
      <p:sp>
        <p:nvSpPr>
          <p:cNvPr id="35" name="Shape 33"/>
          <p:cNvSpPr/>
          <p:nvPr/>
        </p:nvSpPr>
        <p:spPr>
          <a:xfrm>
            <a:off x="3200400" y="2223423"/>
            <a:ext cx="4389120" cy="384048"/>
          </a:xfrm>
          <a:prstGeom prst="rect">
            <a:avLst/>
          </a:prstGeom>
          <a:solidFill>
            <a:srgbClr val="162035"/>
          </a:solidFill>
          <a:ln w="6350">
            <a:solidFill>
              <a:srgbClr val="2A3F6A"/>
            </a:solidFill>
            <a:prstDash val="solid"/>
          </a:ln>
        </p:spPr>
      </p:sp>
      <p:sp>
        <p:nvSpPr>
          <p:cNvPr id="36" name="Text 34"/>
          <p:cNvSpPr/>
          <p:nvPr/>
        </p:nvSpPr>
        <p:spPr>
          <a:xfrm>
            <a:off x="3273552" y="2223423"/>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Catalogue de services + Grille tarifaire préliminaire</a:t>
            </a:r>
            <a:endParaRPr lang="en-US" sz="1050" dirty="0"/>
          </a:p>
        </p:txBody>
      </p:sp>
      <p:sp>
        <p:nvSpPr>
          <p:cNvPr id="37" name="Shape 35"/>
          <p:cNvSpPr/>
          <p:nvPr/>
        </p:nvSpPr>
        <p:spPr>
          <a:xfrm>
            <a:off x="7589520" y="2223423"/>
            <a:ext cx="1097280" cy="384048"/>
          </a:xfrm>
          <a:prstGeom prst="rect">
            <a:avLst/>
          </a:prstGeom>
          <a:solidFill>
            <a:srgbClr val="162035"/>
          </a:solidFill>
          <a:ln w="6350">
            <a:solidFill>
              <a:srgbClr val="2A3F6A"/>
            </a:solidFill>
            <a:prstDash val="solid"/>
          </a:ln>
        </p:spPr>
      </p:sp>
      <p:sp>
        <p:nvSpPr>
          <p:cNvPr id="38" name="Text 36"/>
          <p:cNvSpPr/>
          <p:nvPr/>
        </p:nvSpPr>
        <p:spPr>
          <a:xfrm>
            <a:off x="7662672" y="2223423"/>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39" name="Text 37"/>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0" name="Text 38"/>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1" name="Text 39"/>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2" name="Text 40"/>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3" name="Text 41"/>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13/18</a:t>
            </a:r>
            <a:endParaRPr lang="en-US" sz="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Identité Visuelle &amp; Charte Graphique</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Stratégie de marque</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Finalisation du nom de marque et positionnement visuel Off-the-Grid</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Design graphique</a:t>
            </a: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Création du logo + choix des codes couleurs et typographies</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Développement de la charte graphique complète</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7" name="Shape 25"/>
          <p:cNvSpPr/>
          <p:nvPr/>
        </p:nvSpPr>
        <p:spPr>
          <a:xfrm>
            <a:off x="274320" y="2928869"/>
            <a:ext cx="2926080" cy="384048"/>
          </a:xfrm>
          <a:prstGeom prst="rect">
            <a:avLst/>
          </a:prstGeom>
          <a:solidFill>
            <a:srgbClr val="1B2A4A"/>
          </a:solidFill>
          <a:ln w="6350">
            <a:solidFill>
              <a:srgbClr val="2A3F6A"/>
            </a:solidFill>
            <a:prstDash val="solid"/>
          </a:ln>
        </p:spPr>
      </p:sp>
      <p:sp>
        <p:nvSpPr>
          <p:cNvPr id="28" name="Text 26"/>
          <p:cNvSpPr/>
          <p:nvPr/>
        </p:nvSpPr>
        <p:spPr>
          <a:xfrm>
            <a:off x="347472" y="2928869"/>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Supports</a:t>
            </a:r>
            <a:endParaRPr lang="en-US" sz="1050" dirty="0"/>
          </a:p>
        </p:txBody>
      </p:sp>
      <p:sp>
        <p:nvSpPr>
          <p:cNvPr id="29" name="Shape 27"/>
          <p:cNvSpPr/>
          <p:nvPr/>
        </p:nvSpPr>
        <p:spPr>
          <a:xfrm>
            <a:off x="3200400" y="2928869"/>
            <a:ext cx="4389120" cy="384048"/>
          </a:xfrm>
          <a:prstGeom prst="rect">
            <a:avLst/>
          </a:prstGeom>
          <a:solidFill>
            <a:srgbClr val="1B2A4A"/>
          </a:solidFill>
          <a:ln w="6350">
            <a:solidFill>
              <a:srgbClr val="2A3F6A"/>
            </a:solidFill>
            <a:prstDash val="solid"/>
          </a:ln>
        </p:spPr>
      </p:sp>
      <p:sp>
        <p:nvSpPr>
          <p:cNvPr id="30" name="Text 28"/>
          <p:cNvSpPr/>
          <p:nvPr/>
        </p:nvSpPr>
        <p:spPr>
          <a:xfrm>
            <a:off x="3273552" y="2928869"/>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Création des templates de documents (tête de lettre, cartes de visite)</a:t>
            </a:r>
            <a:endParaRPr lang="en-US" sz="1050" dirty="0"/>
          </a:p>
        </p:txBody>
      </p:sp>
      <p:sp>
        <p:nvSpPr>
          <p:cNvPr id="31" name="Shape 29"/>
          <p:cNvSpPr/>
          <p:nvPr/>
        </p:nvSpPr>
        <p:spPr>
          <a:xfrm>
            <a:off x="7589520" y="2928869"/>
            <a:ext cx="1097280" cy="384048"/>
          </a:xfrm>
          <a:prstGeom prst="rect">
            <a:avLst/>
          </a:prstGeom>
          <a:solidFill>
            <a:srgbClr val="1B2A4A"/>
          </a:solidFill>
          <a:ln w="6350">
            <a:solidFill>
              <a:srgbClr val="2A3F6A"/>
            </a:solidFill>
            <a:prstDash val="solid"/>
          </a:ln>
        </p:spPr>
      </p:sp>
      <p:sp>
        <p:nvSpPr>
          <p:cNvPr id="32" name="Text 30"/>
          <p:cNvSpPr/>
          <p:nvPr/>
        </p:nvSpPr>
        <p:spPr>
          <a:xfrm>
            <a:off x="7662672" y="2928869"/>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12H</a:t>
            </a:r>
            <a:endParaRPr lang="en-US" sz="1050" dirty="0"/>
          </a:p>
        </p:txBody>
      </p:sp>
      <p:sp>
        <p:nvSpPr>
          <p:cNvPr id="33" name="Shape 31"/>
          <p:cNvSpPr/>
          <p:nvPr/>
        </p:nvSpPr>
        <p:spPr>
          <a:xfrm>
            <a:off x="274320" y="3312917"/>
            <a:ext cx="2926080" cy="384048"/>
          </a:xfrm>
          <a:prstGeom prst="rect">
            <a:avLst/>
          </a:prstGeom>
          <a:solidFill>
            <a:srgbClr val="162035"/>
          </a:solidFill>
          <a:ln w="6350">
            <a:solidFill>
              <a:srgbClr val="2A3F6A"/>
            </a:solidFill>
            <a:prstDash val="solid"/>
          </a:ln>
        </p:spPr>
      </p:sp>
      <p:sp>
        <p:nvSpPr>
          <p:cNvPr id="34" name="Text 32"/>
          <p:cNvSpPr/>
          <p:nvPr/>
        </p:nvSpPr>
        <p:spPr>
          <a:xfrm>
            <a:off x="347472" y="3312917"/>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Livrable</a:t>
            </a:r>
            <a:endParaRPr lang="en-US" sz="1050" dirty="0"/>
          </a:p>
        </p:txBody>
      </p:sp>
      <p:sp>
        <p:nvSpPr>
          <p:cNvPr id="35" name="Shape 33"/>
          <p:cNvSpPr/>
          <p:nvPr/>
        </p:nvSpPr>
        <p:spPr>
          <a:xfrm>
            <a:off x="3200400" y="3312917"/>
            <a:ext cx="4389120" cy="384048"/>
          </a:xfrm>
          <a:prstGeom prst="rect">
            <a:avLst/>
          </a:prstGeom>
          <a:solidFill>
            <a:srgbClr val="162035"/>
          </a:solidFill>
          <a:ln w="6350">
            <a:solidFill>
              <a:srgbClr val="2A3F6A"/>
            </a:solidFill>
            <a:prstDash val="solid"/>
          </a:ln>
        </p:spPr>
      </p:sp>
      <p:sp>
        <p:nvSpPr>
          <p:cNvPr id="36" name="Text 34"/>
          <p:cNvSpPr/>
          <p:nvPr/>
        </p:nvSpPr>
        <p:spPr>
          <a:xfrm>
            <a:off x="3273552" y="3312917"/>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Brand Book (Logo, typographies, univers graphique) + modèles de documents</a:t>
            </a:r>
            <a:endParaRPr lang="en-US" sz="1050" dirty="0"/>
          </a:p>
        </p:txBody>
      </p:sp>
      <p:sp>
        <p:nvSpPr>
          <p:cNvPr id="37" name="Shape 35"/>
          <p:cNvSpPr/>
          <p:nvPr/>
        </p:nvSpPr>
        <p:spPr>
          <a:xfrm>
            <a:off x="7589520" y="3312917"/>
            <a:ext cx="1097280" cy="384048"/>
          </a:xfrm>
          <a:prstGeom prst="rect">
            <a:avLst/>
          </a:prstGeom>
          <a:solidFill>
            <a:srgbClr val="162035"/>
          </a:solidFill>
          <a:ln w="6350">
            <a:solidFill>
              <a:srgbClr val="2A3F6A"/>
            </a:solidFill>
            <a:prstDash val="solid"/>
          </a:ln>
        </p:spPr>
      </p:sp>
      <p:sp>
        <p:nvSpPr>
          <p:cNvPr id="38" name="Text 36"/>
          <p:cNvSpPr/>
          <p:nvPr/>
        </p:nvSpPr>
        <p:spPr>
          <a:xfrm>
            <a:off x="7662672" y="3312917"/>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39" name="Text 37"/>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0" name="Text 38"/>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1" name="Text 39"/>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2" name="Text 40"/>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3" name="Text 41"/>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14/18</a:t>
            </a:r>
            <a:endParaRPr lang="en-US" sz="550" dirty="0"/>
          </a:p>
        </p:txBody>
      </p:sp>
      <p:sp>
        <p:nvSpPr>
          <p:cNvPr id="44" name="Text 26">
            <a:extLst>
              <a:ext uri="{FF2B5EF4-FFF2-40B4-BE49-F238E27FC236}">
                <a16:creationId xmlns:a16="http://schemas.microsoft.com/office/drawing/2014/main" id="{D6B3DF5A-14E0-EAD9-347C-6EEFA98CEECD}"/>
              </a:ext>
            </a:extLst>
          </p:cNvPr>
          <p:cNvSpPr/>
          <p:nvPr/>
        </p:nvSpPr>
        <p:spPr>
          <a:xfrm>
            <a:off x="499872" y="2426273"/>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Possible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Création du Site Vitrine &amp; Contenu</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Architecture web</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Définition de la structure du site + choix de la plateforme (Webflow/WordPress)</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Développement</a:t>
            </a: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Développement du site web moderne et responsive</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Contenu</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Storytelling : histoire de François et de la ferme de Montchauvel (case study)</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Optimisation SEO sur les mots-clés indépendance énergétique</a:t>
            </a:r>
            <a:endParaRPr lang="en-US" sz="1050" dirty="0"/>
          </a:p>
        </p:txBody>
      </p:sp>
      <p:sp>
        <p:nvSpPr>
          <p:cNvPr id="31" name="Shape 29"/>
          <p:cNvSpPr/>
          <p:nvPr/>
        </p:nvSpPr>
        <p:spPr>
          <a:xfrm>
            <a:off x="7589520" y="2221992"/>
            <a:ext cx="1097280" cy="384048"/>
          </a:xfrm>
          <a:prstGeom prst="rect">
            <a:avLst/>
          </a:prstGeom>
          <a:solidFill>
            <a:srgbClr val="1B2A4A"/>
          </a:solidFill>
          <a:ln w="6350">
            <a:solidFill>
              <a:srgbClr val="2A3F6A"/>
            </a:solidFill>
            <a:prstDash val="solid"/>
          </a:ln>
        </p:spPr>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33" name="Shape 31"/>
          <p:cNvSpPr/>
          <p:nvPr/>
        </p:nvSpPr>
        <p:spPr>
          <a:xfrm>
            <a:off x="274320" y="2606040"/>
            <a:ext cx="2926080" cy="384048"/>
          </a:xfrm>
          <a:prstGeom prst="rect">
            <a:avLst/>
          </a:prstGeom>
          <a:solidFill>
            <a:srgbClr val="162035"/>
          </a:solidFill>
          <a:ln w="6350">
            <a:solidFill>
              <a:srgbClr val="2A3F6A"/>
            </a:solidFill>
            <a:prstDash val="solid"/>
          </a:ln>
        </p:spPr>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Livrable</a:t>
            </a:r>
            <a:endParaRPr lang="en-US" sz="1050" dirty="0"/>
          </a:p>
        </p:txBody>
      </p:sp>
      <p:sp>
        <p:nvSpPr>
          <p:cNvPr id="35" name="Shape 33"/>
          <p:cNvSpPr/>
          <p:nvPr/>
        </p:nvSpPr>
        <p:spPr>
          <a:xfrm>
            <a:off x="3200400" y="2606040"/>
            <a:ext cx="4389120" cy="384048"/>
          </a:xfrm>
          <a:prstGeom prst="rect">
            <a:avLst/>
          </a:prstGeom>
          <a:solidFill>
            <a:srgbClr val="162035"/>
          </a:solidFill>
          <a:ln w="6350">
            <a:solidFill>
              <a:srgbClr val="2A3F6A"/>
            </a:solidFill>
            <a:prstDash val="solid"/>
          </a:ln>
        </p:spPr>
      </p:sp>
      <p:sp>
        <p:nvSpPr>
          <p:cNvPr id="36" name="Text 34"/>
          <p:cNvSpPr/>
          <p:nvPr/>
        </p:nvSpPr>
        <p:spPr>
          <a:xfrm>
            <a:off x="3273552" y="260604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Site internet en ligne + recommandations shooting photo/vidéo du site pilote</a:t>
            </a:r>
            <a:endParaRPr lang="en-US" sz="1050" dirty="0"/>
          </a:p>
        </p:txBody>
      </p:sp>
      <p:sp>
        <p:nvSpPr>
          <p:cNvPr id="37" name="Shape 35"/>
          <p:cNvSpPr/>
          <p:nvPr/>
        </p:nvSpPr>
        <p:spPr>
          <a:xfrm>
            <a:off x="7589520" y="2606040"/>
            <a:ext cx="1097280" cy="384048"/>
          </a:xfrm>
          <a:prstGeom prst="rect">
            <a:avLst/>
          </a:prstGeom>
          <a:solidFill>
            <a:srgbClr val="162035"/>
          </a:solidFill>
          <a:ln w="6350">
            <a:solidFill>
              <a:srgbClr val="2A3F6A"/>
            </a:solidFill>
            <a:prstDash val="solid"/>
          </a:ln>
        </p:spPr>
      </p:sp>
      <p:sp>
        <p:nvSpPr>
          <p:cNvPr id="38" name="Text 36"/>
          <p:cNvSpPr/>
          <p:nvPr/>
        </p:nvSpPr>
        <p:spPr>
          <a:xfrm>
            <a:off x="7662672" y="260604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8H</a:t>
            </a:r>
            <a:endParaRPr lang="en-US" sz="1050" dirty="0"/>
          </a:p>
        </p:txBody>
      </p:sp>
      <p:sp>
        <p:nvSpPr>
          <p:cNvPr id="39" name="Text 37"/>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0" name="Text 38"/>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1" name="Text 39"/>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2" name="Text 40"/>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3" name="Text 41"/>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15/18</a:t>
            </a:r>
            <a:endParaRPr lang="en-US" sz="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Kit de Vente &amp; Stratégie de Lancement</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Pitch Deck</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Réalisation du PowerPoint de proposition commerciale (Pitch Deck)</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39" name="Text 37"/>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0" name="Text 38"/>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1" name="Text 39"/>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2" name="Text 40"/>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3" name="Text 41"/>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16/18</a:t>
            </a:r>
            <a:endParaRPr lang="en-US" sz="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extBox 1"/>
          <p:cNvSpPr txBox="1"/>
          <p:nvPr/>
        </p:nvSpPr>
        <p:spPr>
          <a:xfrm>
            <a:off x="365760" y="137160"/>
            <a:ext cx="8412480" cy="4572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FFFFFF"/>
                </a:solidFill>
                <a:effectLst/>
                <a:uLnTx/>
                <a:uFillTx/>
                <a:latin typeface="Calibri"/>
                <a:ea typeface="+mn-ea"/>
                <a:cs typeface="+mn-cs"/>
              </a:rPr>
              <a:t>Coûts</a:t>
            </a:r>
          </a:p>
        </p:txBody>
      </p:sp>
      <p:sp>
        <p:nvSpPr>
          <p:cNvPr id="3" name="TextBox 2"/>
          <p:cNvSpPr txBox="1"/>
          <p:nvPr/>
        </p:nvSpPr>
        <p:spPr>
          <a:xfrm>
            <a:off x="365760" y="640080"/>
            <a:ext cx="8412480" cy="5029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Calibri"/>
                <a:ea typeface="+mn-ea"/>
                <a:cs typeface="+mn-cs"/>
              </a:rPr>
              <a:t>Le coût de l'étude est évalué en Jour-Étude Homme (JEH), unité de compte indivisible imposée par la réglementation aux Junior-Entreprises. Un JEH correspond approximativement à 8 heures effectives de travail par l'étudiant.</a:t>
            </a:r>
          </a:p>
        </p:txBody>
      </p:sp>
      <p:sp>
        <p:nvSpPr>
          <p:cNvPr id="4" name="Rectangle 3"/>
          <p:cNvSpPr/>
          <p:nvPr/>
        </p:nvSpPr>
        <p:spPr>
          <a:xfrm>
            <a:off x="228600" y="1188720"/>
            <a:ext cx="59436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p:cNvSpPr txBox="1"/>
          <p:nvPr/>
        </p:nvSpPr>
        <p:spPr>
          <a:xfrm>
            <a:off x="265176" y="1188720"/>
            <a:ext cx="55778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Phase</a:t>
            </a:r>
          </a:p>
        </p:txBody>
      </p:sp>
      <p:sp>
        <p:nvSpPr>
          <p:cNvPr id="6" name="Rectangle 5"/>
          <p:cNvSpPr/>
          <p:nvPr/>
        </p:nvSpPr>
        <p:spPr>
          <a:xfrm>
            <a:off x="822960" y="1188720"/>
            <a:ext cx="416052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859536" y="1188720"/>
            <a:ext cx="4123944" cy="3017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Description</a:t>
            </a:r>
          </a:p>
        </p:txBody>
      </p:sp>
      <p:sp>
        <p:nvSpPr>
          <p:cNvPr id="8" name="Rectangle 7"/>
          <p:cNvSpPr/>
          <p:nvPr/>
        </p:nvSpPr>
        <p:spPr>
          <a:xfrm>
            <a:off x="4983480" y="1188720"/>
            <a:ext cx="64008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5020056" y="1188720"/>
            <a:ext cx="60350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JEH</a:t>
            </a:r>
          </a:p>
        </p:txBody>
      </p:sp>
      <p:sp>
        <p:nvSpPr>
          <p:cNvPr id="10" name="Rectangle 9"/>
          <p:cNvSpPr/>
          <p:nvPr/>
        </p:nvSpPr>
        <p:spPr>
          <a:xfrm>
            <a:off x="5623560" y="1188720"/>
            <a:ext cx="105156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p:cNvSpPr txBox="1"/>
          <p:nvPr/>
        </p:nvSpPr>
        <p:spPr>
          <a:xfrm>
            <a:off x="5660136" y="1188720"/>
            <a:ext cx="101498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Coût HT</a:t>
            </a:r>
          </a:p>
        </p:txBody>
      </p:sp>
      <p:sp>
        <p:nvSpPr>
          <p:cNvPr id="12" name="Rectangle 11"/>
          <p:cNvSpPr/>
          <p:nvPr/>
        </p:nvSpPr>
        <p:spPr>
          <a:xfrm>
            <a:off x="6675120" y="1188720"/>
            <a:ext cx="77724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p:cNvSpPr txBox="1"/>
          <p:nvPr/>
        </p:nvSpPr>
        <p:spPr>
          <a:xfrm>
            <a:off x="6711696" y="1188720"/>
            <a:ext cx="74066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TVA</a:t>
            </a:r>
          </a:p>
        </p:txBody>
      </p:sp>
      <p:sp>
        <p:nvSpPr>
          <p:cNvPr id="14" name="Rectangle 13"/>
          <p:cNvSpPr/>
          <p:nvPr/>
        </p:nvSpPr>
        <p:spPr>
          <a:xfrm>
            <a:off x="7452360" y="1188720"/>
            <a:ext cx="100584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p:cNvSpPr txBox="1"/>
          <p:nvPr/>
        </p:nvSpPr>
        <p:spPr>
          <a:xfrm>
            <a:off x="7488936" y="1188720"/>
            <a:ext cx="96926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Coût TTC</a:t>
            </a:r>
          </a:p>
        </p:txBody>
      </p:sp>
      <p:sp>
        <p:nvSpPr>
          <p:cNvPr id="16" name="Rectangle 15"/>
          <p:cNvSpPr/>
          <p:nvPr/>
        </p:nvSpPr>
        <p:spPr>
          <a:xfrm>
            <a:off x="228600" y="1490472"/>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xtBox 16"/>
          <p:cNvSpPr txBox="1"/>
          <p:nvPr/>
        </p:nvSpPr>
        <p:spPr>
          <a:xfrm>
            <a:off x="274320" y="1517904"/>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P1.1</a:t>
            </a:r>
          </a:p>
        </p:txBody>
      </p:sp>
      <p:sp>
        <p:nvSpPr>
          <p:cNvPr id="18" name="Rectangle 17"/>
          <p:cNvSpPr/>
          <p:nvPr/>
        </p:nvSpPr>
        <p:spPr>
          <a:xfrm>
            <a:off x="822960" y="1490472"/>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p:cNvSpPr txBox="1"/>
          <p:nvPr/>
        </p:nvSpPr>
        <p:spPr>
          <a:xfrm>
            <a:off x="868680" y="1517904"/>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Cadrage &amp; configuration WebVisu</a:t>
            </a:r>
          </a:p>
        </p:txBody>
      </p:sp>
      <p:sp>
        <p:nvSpPr>
          <p:cNvPr id="20" name="Rectangle 19"/>
          <p:cNvSpPr/>
          <p:nvPr/>
        </p:nvSpPr>
        <p:spPr>
          <a:xfrm>
            <a:off x="4983480" y="1490472"/>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p:cNvSpPr txBox="1"/>
          <p:nvPr/>
        </p:nvSpPr>
        <p:spPr>
          <a:xfrm>
            <a:off x="5029200" y="1517904"/>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3</a:t>
            </a:r>
          </a:p>
        </p:txBody>
      </p:sp>
      <p:sp>
        <p:nvSpPr>
          <p:cNvPr id="22" name="Rectangle 21"/>
          <p:cNvSpPr/>
          <p:nvPr/>
        </p:nvSpPr>
        <p:spPr>
          <a:xfrm>
            <a:off x="5623560" y="1490472"/>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TextBox 22"/>
          <p:cNvSpPr txBox="1"/>
          <p:nvPr/>
        </p:nvSpPr>
        <p:spPr>
          <a:xfrm>
            <a:off x="5669280" y="1517904"/>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1 260 €</a:t>
            </a:r>
          </a:p>
        </p:txBody>
      </p:sp>
      <p:sp>
        <p:nvSpPr>
          <p:cNvPr id="24" name="Rectangle 23"/>
          <p:cNvSpPr/>
          <p:nvPr/>
        </p:nvSpPr>
        <p:spPr>
          <a:xfrm>
            <a:off x="6675120" y="1490472"/>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TextBox 24"/>
          <p:cNvSpPr txBox="1"/>
          <p:nvPr/>
        </p:nvSpPr>
        <p:spPr>
          <a:xfrm>
            <a:off x="6720840" y="1517904"/>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252 €</a:t>
            </a:r>
          </a:p>
        </p:txBody>
      </p:sp>
      <p:sp>
        <p:nvSpPr>
          <p:cNvPr id="26" name="Rectangle 25"/>
          <p:cNvSpPr/>
          <p:nvPr/>
        </p:nvSpPr>
        <p:spPr>
          <a:xfrm>
            <a:off x="7452360" y="1490472"/>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p:cNvSpPr txBox="1"/>
          <p:nvPr/>
        </p:nvSpPr>
        <p:spPr>
          <a:xfrm>
            <a:off x="7498080" y="1517904"/>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1 512 €</a:t>
            </a:r>
          </a:p>
        </p:txBody>
      </p:sp>
      <p:sp>
        <p:nvSpPr>
          <p:cNvPr id="28" name="Rectangle 27"/>
          <p:cNvSpPr/>
          <p:nvPr/>
        </p:nvSpPr>
        <p:spPr>
          <a:xfrm>
            <a:off x="228600" y="1815084"/>
            <a:ext cx="5943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TextBox 28"/>
          <p:cNvSpPr txBox="1"/>
          <p:nvPr/>
        </p:nvSpPr>
        <p:spPr>
          <a:xfrm>
            <a:off x="274320" y="1842516"/>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P1.2</a:t>
            </a:r>
          </a:p>
        </p:txBody>
      </p:sp>
      <p:sp>
        <p:nvSpPr>
          <p:cNvPr id="30" name="Rectangle 29"/>
          <p:cNvSpPr/>
          <p:nvPr/>
        </p:nvSpPr>
        <p:spPr>
          <a:xfrm>
            <a:off x="822960" y="1815084"/>
            <a:ext cx="416052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TextBox 30"/>
          <p:cNvSpPr txBox="1"/>
          <p:nvPr/>
        </p:nvSpPr>
        <p:spPr>
          <a:xfrm>
            <a:off x="868680" y="1842516"/>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Couche de données &amp; connexion de l'app</a:t>
            </a:r>
          </a:p>
        </p:txBody>
      </p:sp>
      <p:sp>
        <p:nvSpPr>
          <p:cNvPr id="32" name="Rectangle 31"/>
          <p:cNvSpPr/>
          <p:nvPr/>
        </p:nvSpPr>
        <p:spPr>
          <a:xfrm>
            <a:off x="4983480" y="1815084"/>
            <a:ext cx="64008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TextBox 32"/>
          <p:cNvSpPr txBox="1"/>
          <p:nvPr/>
        </p:nvSpPr>
        <p:spPr>
          <a:xfrm>
            <a:off x="5029200" y="1842516"/>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3</a:t>
            </a:r>
          </a:p>
        </p:txBody>
      </p:sp>
      <p:sp>
        <p:nvSpPr>
          <p:cNvPr id="34" name="Rectangle 33"/>
          <p:cNvSpPr/>
          <p:nvPr/>
        </p:nvSpPr>
        <p:spPr>
          <a:xfrm>
            <a:off x="5623560" y="1815084"/>
            <a:ext cx="10515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p:cNvSpPr txBox="1"/>
          <p:nvPr/>
        </p:nvSpPr>
        <p:spPr>
          <a:xfrm>
            <a:off x="5669280" y="1842516"/>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1 260 €</a:t>
            </a:r>
          </a:p>
        </p:txBody>
      </p:sp>
      <p:sp>
        <p:nvSpPr>
          <p:cNvPr id="36" name="Rectangle 35"/>
          <p:cNvSpPr/>
          <p:nvPr/>
        </p:nvSpPr>
        <p:spPr>
          <a:xfrm>
            <a:off x="6675120" y="1815084"/>
            <a:ext cx="7772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TextBox 36"/>
          <p:cNvSpPr txBox="1"/>
          <p:nvPr/>
        </p:nvSpPr>
        <p:spPr>
          <a:xfrm>
            <a:off x="6720840" y="1842516"/>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252 €</a:t>
            </a:r>
          </a:p>
        </p:txBody>
      </p:sp>
      <p:sp>
        <p:nvSpPr>
          <p:cNvPr id="38" name="Rectangle 37"/>
          <p:cNvSpPr/>
          <p:nvPr/>
        </p:nvSpPr>
        <p:spPr>
          <a:xfrm>
            <a:off x="7452360" y="1815084"/>
            <a:ext cx="10058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TextBox 38"/>
          <p:cNvSpPr txBox="1"/>
          <p:nvPr/>
        </p:nvSpPr>
        <p:spPr>
          <a:xfrm>
            <a:off x="7498080" y="1842516"/>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1 512 €</a:t>
            </a:r>
          </a:p>
        </p:txBody>
      </p:sp>
      <p:sp>
        <p:nvSpPr>
          <p:cNvPr id="40" name="Rectangle 39"/>
          <p:cNvSpPr/>
          <p:nvPr/>
        </p:nvSpPr>
        <p:spPr>
          <a:xfrm>
            <a:off x="228600" y="2139696"/>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TextBox 40"/>
          <p:cNvSpPr txBox="1"/>
          <p:nvPr/>
        </p:nvSpPr>
        <p:spPr>
          <a:xfrm>
            <a:off x="274320" y="2167128"/>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P1.3</a:t>
            </a:r>
          </a:p>
        </p:txBody>
      </p:sp>
      <p:sp>
        <p:nvSpPr>
          <p:cNvPr id="42" name="Rectangle 41"/>
          <p:cNvSpPr/>
          <p:nvPr/>
        </p:nvSpPr>
        <p:spPr>
          <a:xfrm>
            <a:off x="822960" y="2139696"/>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TextBox 42"/>
          <p:cNvSpPr txBox="1"/>
          <p:nvPr/>
        </p:nvSpPr>
        <p:spPr>
          <a:xfrm>
            <a:off x="868680" y="2167128"/>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Tableau de bord &amp; visualisation (MVP)</a:t>
            </a:r>
          </a:p>
        </p:txBody>
      </p:sp>
      <p:sp>
        <p:nvSpPr>
          <p:cNvPr id="44" name="Rectangle 43"/>
          <p:cNvSpPr/>
          <p:nvPr/>
        </p:nvSpPr>
        <p:spPr>
          <a:xfrm>
            <a:off x="4983480" y="2139696"/>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TextBox 44"/>
          <p:cNvSpPr txBox="1"/>
          <p:nvPr/>
        </p:nvSpPr>
        <p:spPr>
          <a:xfrm>
            <a:off x="5029200" y="2167128"/>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2.25</a:t>
            </a:r>
          </a:p>
        </p:txBody>
      </p:sp>
      <p:sp>
        <p:nvSpPr>
          <p:cNvPr id="46" name="Rectangle 45"/>
          <p:cNvSpPr/>
          <p:nvPr/>
        </p:nvSpPr>
        <p:spPr>
          <a:xfrm>
            <a:off x="5623560" y="2139696"/>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TextBox 46"/>
          <p:cNvSpPr txBox="1"/>
          <p:nvPr/>
        </p:nvSpPr>
        <p:spPr>
          <a:xfrm>
            <a:off x="5669280" y="2167128"/>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945 €</a:t>
            </a:r>
          </a:p>
        </p:txBody>
      </p:sp>
      <p:sp>
        <p:nvSpPr>
          <p:cNvPr id="48" name="Rectangle 47"/>
          <p:cNvSpPr/>
          <p:nvPr/>
        </p:nvSpPr>
        <p:spPr>
          <a:xfrm>
            <a:off x="6675120" y="2139696"/>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TextBox 48"/>
          <p:cNvSpPr txBox="1"/>
          <p:nvPr/>
        </p:nvSpPr>
        <p:spPr>
          <a:xfrm>
            <a:off x="6720840" y="2167128"/>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189 €</a:t>
            </a:r>
          </a:p>
        </p:txBody>
      </p:sp>
      <p:sp>
        <p:nvSpPr>
          <p:cNvPr id="50" name="Rectangle 49"/>
          <p:cNvSpPr/>
          <p:nvPr/>
        </p:nvSpPr>
        <p:spPr>
          <a:xfrm>
            <a:off x="7452360" y="2139696"/>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TextBox 50"/>
          <p:cNvSpPr txBox="1"/>
          <p:nvPr/>
        </p:nvSpPr>
        <p:spPr>
          <a:xfrm>
            <a:off x="7498080" y="2167128"/>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1 134 €</a:t>
            </a:r>
          </a:p>
        </p:txBody>
      </p:sp>
      <p:sp>
        <p:nvSpPr>
          <p:cNvPr id="52" name="Rectangle 51"/>
          <p:cNvSpPr/>
          <p:nvPr/>
        </p:nvSpPr>
        <p:spPr>
          <a:xfrm>
            <a:off x="228600" y="2464308"/>
            <a:ext cx="5943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TextBox 52"/>
          <p:cNvSpPr txBox="1"/>
          <p:nvPr/>
        </p:nvSpPr>
        <p:spPr>
          <a:xfrm>
            <a:off x="274320" y="2491740"/>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P1.4</a:t>
            </a:r>
          </a:p>
        </p:txBody>
      </p:sp>
      <p:sp>
        <p:nvSpPr>
          <p:cNvPr id="54" name="Rectangle 53"/>
          <p:cNvSpPr/>
          <p:nvPr/>
        </p:nvSpPr>
        <p:spPr>
          <a:xfrm>
            <a:off x="822960" y="2464308"/>
            <a:ext cx="416052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TextBox 54"/>
          <p:cNvSpPr txBox="1"/>
          <p:nvPr/>
        </p:nvSpPr>
        <p:spPr>
          <a:xfrm>
            <a:off x="868680" y="2491740"/>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Pilotage, garde-fous &amp; app mobile</a:t>
            </a:r>
          </a:p>
        </p:txBody>
      </p:sp>
      <p:sp>
        <p:nvSpPr>
          <p:cNvPr id="56" name="Rectangle 55"/>
          <p:cNvSpPr/>
          <p:nvPr/>
        </p:nvSpPr>
        <p:spPr>
          <a:xfrm>
            <a:off x="4983480" y="2464308"/>
            <a:ext cx="64008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TextBox 56"/>
          <p:cNvSpPr txBox="1"/>
          <p:nvPr/>
        </p:nvSpPr>
        <p:spPr>
          <a:xfrm>
            <a:off x="5029200" y="2491740"/>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2.75</a:t>
            </a:r>
          </a:p>
        </p:txBody>
      </p:sp>
      <p:sp>
        <p:nvSpPr>
          <p:cNvPr id="58" name="Rectangle 57"/>
          <p:cNvSpPr/>
          <p:nvPr/>
        </p:nvSpPr>
        <p:spPr>
          <a:xfrm>
            <a:off x="5623560" y="2464308"/>
            <a:ext cx="10515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TextBox 58"/>
          <p:cNvSpPr txBox="1"/>
          <p:nvPr/>
        </p:nvSpPr>
        <p:spPr>
          <a:xfrm>
            <a:off x="5669280" y="2491740"/>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1 155 €</a:t>
            </a:r>
          </a:p>
        </p:txBody>
      </p:sp>
      <p:sp>
        <p:nvSpPr>
          <p:cNvPr id="60" name="Rectangle 59"/>
          <p:cNvSpPr/>
          <p:nvPr/>
        </p:nvSpPr>
        <p:spPr>
          <a:xfrm>
            <a:off x="6675120" y="2464308"/>
            <a:ext cx="7772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TextBox 60"/>
          <p:cNvSpPr txBox="1"/>
          <p:nvPr/>
        </p:nvSpPr>
        <p:spPr>
          <a:xfrm>
            <a:off x="6720840" y="2491740"/>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231 €</a:t>
            </a:r>
          </a:p>
        </p:txBody>
      </p:sp>
      <p:sp>
        <p:nvSpPr>
          <p:cNvPr id="62" name="Rectangle 61"/>
          <p:cNvSpPr/>
          <p:nvPr/>
        </p:nvSpPr>
        <p:spPr>
          <a:xfrm>
            <a:off x="7452360" y="2464308"/>
            <a:ext cx="10058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TextBox 62"/>
          <p:cNvSpPr txBox="1"/>
          <p:nvPr/>
        </p:nvSpPr>
        <p:spPr>
          <a:xfrm>
            <a:off x="7498080" y="2491740"/>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1 386 €</a:t>
            </a:r>
          </a:p>
        </p:txBody>
      </p:sp>
      <p:sp>
        <p:nvSpPr>
          <p:cNvPr id="64" name="Rectangle 63"/>
          <p:cNvSpPr/>
          <p:nvPr/>
        </p:nvSpPr>
        <p:spPr>
          <a:xfrm>
            <a:off x="228600" y="2788920"/>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TextBox 64"/>
          <p:cNvSpPr txBox="1"/>
          <p:nvPr/>
        </p:nvSpPr>
        <p:spPr>
          <a:xfrm>
            <a:off x="274320" y="2816352"/>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P1.5</a:t>
            </a:r>
          </a:p>
        </p:txBody>
      </p:sp>
      <p:sp>
        <p:nvSpPr>
          <p:cNvPr id="66" name="Rectangle 65"/>
          <p:cNvSpPr/>
          <p:nvPr/>
        </p:nvSpPr>
        <p:spPr>
          <a:xfrm>
            <a:off x="822960" y="2788920"/>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TextBox 66"/>
          <p:cNvSpPr txBox="1"/>
          <p:nvPr/>
        </p:nvSpPr>
        <p:spPr>
          <a:xfrm>
            <a:off x="868680" y="2816352"/>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Tests, déploiement &amp; documentation</a:t>
            </a:r>
          </a:p>
        </p:txBody>
      </p:sp>
      <p:sp>
        <p:nvSpPr>
          <p:cNvPr id="68" name="Rectangle 67"/>
          <p:cNvSpPr/>
          <p:nvPr/>
        </p:nvSpPr>
        <p:spPr>
          <a:xfrm>
            <a:off x="4983480" y="2788920"/>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TextBox 68"/>
          <p:cNvSpPr txBox="1"/>
          <p:nvPr/>
        </p:nvSpPr>
        <p:spPr>
          <a:xfrm>
            <a:off x="5029200" y="2816352"/>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1.75</a:t>
            </a:r>
          </a:p>
        </p:txBody>
      </p:sp>
      <p:sp>
        <p:nvSpPr>
          <p:cNvPr id="70" name="Rectangle 69"/>
          <p:cNvSpPr/>
          <p:nvPr/>
        </p:nvSpPr>
        <p:spPr>
          <a:xfrm>
            <a:off x="5623560" y="2788920"/>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TextBox 70"/>
          <p:cNvSpPr txBox="1"/>
          <p:nvPr/>
        </p:nvSpPr>
        <p:spPr>
          <a:xfrm>
            <a:off x="5669280" y="2816352"/>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735 €</a:t>
            </a:r>
          </a:p>
        </p:txBody>
      </p:sp>
      <p:sp>
        <p:nvSpPr>
          <p:cNvPr id="72" name="Rectangle 71"/>
          <p:cNvSpPr/>
          <p:nvPr/>
        </p:nvSpPr>
        <p:spPr>
          <a:xfrm>
            <a:off x="6675120" y="2788920"/>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TextBox 72"/>
          <p:cNvSpPr txBox="1"/>
          <p:nvPr/>
        </p:nvSpPr>
        <p:spPr>
          <a:xfrm>
            <a:off x="6720840" y="2816352"/>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147 €</a:t>
            </a:r>
          </a:p>
        </p:txBody>
      </p:sp>
      <p:sp>
        <p:nvSpPr>
          <p:cNvPr id="74" name="Rectangle 73"/>
          <p:cNvSpPr/>
          <p:nvPr/>
        </p:nvSpPr>
        <p:spPr>
          <a:xfrm>
            <a:off x="7452360" y="2788920"/>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TextBox 74"/>
          <p:cNvSpPr txBox="1"/>
          <p:nvPr/>
        </p:nvSpPr>
        <p:spPr>
          <a:xfrm>
            <a:off x="7498080" y="2816352"/>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882 €</a:t>
            </a:r>
          </a:p>
        </p:txBody>
      </p:sp>
      <p:sp>
        <p:nvSpPr>
          <p:cNvPr id="76" name="Rectangle 75"/>
          <p:cNvSpPr/>
          <p:nvPr/>
        </p:nvSpPr>
        <p:spPr>
          <a:xfrm>
            <a:off x="228600" y="3113532"/>
            <a:ext cx="5943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TextBox 76"/>
          <p:cNvSpPr txBox="1"/>
          <p:nvPr/>
        </p:nvSpPr>
        <p:spPr>
          <a:xfrm>
            <a:off x="274320" y="3140964"/>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1C784"/>
                </a:solidFill>
                <a:effectLst/>
                <a:uLnTx/>
                <a:uFillTx/>
                <a:latin typeface="Calibri"/>
                <a:ea typeface="+mn-ea"/>
                <a:cs typeface="+mn-cs"/>
              </a:rPr>
              <a:t>P2.</a:t>
            </a:r>
            <a:r>
              <a:rPr kumimoji="0" lang="fr-FR" sz="1000" b="1" i="0" u="none" strike="noStrike" kern="1200" cap="none" spc="0" normalizeH="0" baseline="0" noProof="0" dirty="0">
                <a:ln>
                  <a:noFill/>
                </a:ln>
                <a:solidFill>
                  <a:srgbClr val="81C784"/>
                </a:solidFill>
                <a:effectLst/>
                <a:uLnTx/>
                <a:uFillTx/>
                <a:latin typeface="Calibri"/>
                <a:ea typeface="+mn-ea"/>
                <a:cs typeface="+mn-cs"/>
              </a:rPr>
              <a:t>1</a:t>
            </a:r>
            <a:endParaRPr kumimoji="0" sz="1000" b="1" i="0" u="none" strike="noStrike" kern="1200" cap="none" spc="0" normalizeH="0" baseline="0" noProof="0" dirty="0">
              <a:ln>
                <a:noFill/>
              </a:ln>
              <a:solidFill>
                <a:srgbClr val="81C784"/>
              </a:solidFill>
              <a:effectLst/>
              <a:uLnTx/>
              <a:uFillTx/>
              <a:latin typeface="Calibri"/>
              <a:ea typeface="+mn-ea"/>
              <a:cs typeface="+mn-cs"/>
            </a:endParaRPr>
          </a:p>
        </p:txBody>
      </p:sp>
      <p:sp>
        <p:nvSpPr>
          <p:cNvPr id="78" name="Rectangle 77"/>
          <p:cNvSpPr/>
          <p:nvPr/>
        </p:nvSpPr>
        <p:spPr>
          <a:xfrm>
            <a:off x="822960" y="3113532"/>
            <a:ext cx="416052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TextBox 78"/>
          <p:cNvSpPr txBox="1"/>
          <p:nvPr/>
        </p:nvSpPr>
        <p:spPr>
          <a:xfrm>
            <a:off x="868680" y="3140964"/>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Structuration de l'Offre de Services</a:t>
            </a:r>
          </a:p>
        </p:txBody>
      </p:sp>
      <p:sp>
        <p:nvSpPr>
          <p:cNvPr id="80" name="Rectangle 79"/>
          <p:cNvSpPr/>
          <p:nvPr/>
        </p:nvSpPr>
        <p:spPr>
          <a:xfrm>
            <a:off x="4983480" y="3113532"/>
            <a:ext cx="64008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TextBox 80"/>
          <p:cNvSpPr txBox="1"/>
          <p:nvPr/>
        </p:nvSpPr>
        <p:spPr>
          <a:xfrm>
            <a:off x="5029200" y="3140964"/>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2.75</a:t>
            </a:r>
          </a:p>
        </p:txBody>
      </p:sp>
      <p:sp>
        <p:nvSpPr>
          <p:cNvPr id="82" name="Rectangle 81"/>
          <p:cNvSpPr/>
          <p:nvPr/>
        </p:nvSpPr>
        <p:spPr>
          <a:xfrm>
            <a:off x="5623560" y="3113532"/>
            <a:ext cx="10515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TextBox 82"/>
          <p:cNvSpPr txBox="1"/>
          <p:nvPr/>
        </p:nvSpPr>
        <p:spPr>
          <a:xfrm>
            <a:off x="5669280" y="3140964"/>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1 155 €</a:t>
            </a:r>
          </a:p>
        </p:txBody>
      </p:sp>
      <p:sp>
        <p:nvSpPr>
          <p:cNvPr id="84" name="Rectangle 83"/>
          <p:cNvSpPr/>
          <p:nvPr/>
        </p:nvSpPr>
        <p:spPr>
          <a:xfrm>
            <a:off x="6675120" y="3113532"/>
            <a:ext cx="7772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TextBox 84"/>
          <p:cNvSpPr txBox="1"/>
          <p:nvPr/>
        </p:nvSpPr>
        <p:spPr>
          <a:xfrm>
            <a:off x="6720840" y="3140964"/>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231 €</a:t>
            </a:r>
          </a:p>
        </p:txBody>
      </p:sp>
      <p:sp>
        <p:nvSpPr>
          <p:cNvPr id="86" name="Rectangle 85"/>
          <p:cNvSpPr/>
          <p:nvPr/>
        </p:nvSpPr>
        <p:spPr>
          <a:xfrm>
            <a:off x="7452360" y="3113532"/>
            <a:ext cx="10058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TextBox 86"/>
          <p:cNvSpPr txBox="1"/>
          <p:nvPr/>
        </p:nvSpPr>
        <p:spPr>
          <a:xfrm>
            <a:off x="7498080" y="3140964"/>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1 386 €</a:t>
            </a:r>
          </a:p>
        </p:txBody>
      </p:sp>
      <p:sp>
        <p:nvSpPr>
          <p:cNvPr id="88" name="Rectangle 87"/>
          <p:cNvSpPr/>
          <p:nvPr/>
        </p:nvSpPr>
        <p:spPr>
          <a:xfrm>
            <a:off x="228600" y="3438144"/>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TextBox 88"/>
          <p:cNvSpPr txBox="1"/>
          <p:nvPr/>
        </p:nvSpPr>
        <p:spPr>
          <a:xfrm>
            <a:off x="274320" y="3465576"/>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1C784"/>
                </a:solidFill>
                <a:effectLst/>
                <a:uLnTx/>
                <a:uFillTx/>
                <a:latin typeface="Calibri"/>
                <a:ea typeface="+mn-ea"/>
                <a:cs typeface="+mn-cs"/>
              </a:rPr>
              <a:t>P2.</a:t>
            </a:r>
            <a:r>
              <a:rPr kumimoji="0" lang="fr-FR" sz="1000" b="1" i="0" u="none" strike="noStrike" kern="1200" cap="none" spc="0" normalizeH="0" baseline="0" noProof="0" dirty="0">
                <a:ln>
                  <a:noFill/>
                </a:ln>
                <a:solidFill>
                  <a:srgbClr val="81C784"/>
                </a:solidFill>
                <a:effectLst/>
                <a:uLnTx/>
                <a:uFillTx/>
                <a:latin typeface="Calibri"/>
                <a:ea typeface="+mn-ea"/>
                <a:cs typeface="+mn-cs"/>
              </a:rPr>
              <a:t>2</a:t>
            </a:r>
            <a:endParaRPr kumimoji="0" sz="1000" b="1" i="0" u="none" strike="noStrike" kern="1200" cap="none" spc="0" normalizeH="0" baseline="0" noProof="0" dirty="0">
              <a:ln>
                <a:noFill/>
              </a:ln>
              <a:solidFill>
                <a:srgbClr val="81C784"/>
              </a:solidFill>
              <a:effectLst/>
              <a:uLnTx/>
              <a:uFillTx/>
              <a:latin typeface="Calibri"/>
              <a:ea typeface="+mn-ea"/>
              <a:cs typeface="+mn-cs"/>
            </a:endParaRPr>
          </a:p>
        </p:txBody>
      </p:sp>
      <p:sp>
        <p:nvSpPr>
          <p:cNvPr id="90" name="Rectangle 89"/>
          <p:cNvSpPr/>
          <p:nvPr/>
        </p:nvSpPr>
        <p:spPr>
          <a:xfrm>
            <a:off x="822960" y="3438144"/>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TextBox 90"/>
          <p:cNvSpPr txBox="1"/>
          <p:nvPr/>
        </p:nvSpPr>
        <p:spPr>
          <a:xfrm>
            <a:off x="868680" y="3465576"/>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Identité Visuelle &amp; Charte Graphique</a:t>
            </a:r>
          </a:p>
        </p:txBody>
      </p:sp>
      <p:sp>
        <p:nvSpPr>
          <p:cNvPr id="92" name="Rectangle 91"/>
          <p:cNvSpPr/>
          <p:nvPr/>
        </p:nvSpPr>
        <p:spPr>
          <a:xfrm>
            <a:off x="4983480" y="3438144"/>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TextBox 92"/>
          <p:cNvSpPr txBox="1"/>
          <p:nvPr/>
        </p:nvSpPr>
        <p:spPr>
          <a:xfrm>
            <a:off x="5029200" y="3465576"/>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5</a:t>
            </a:r>
          </a:p>
        </p:txBody>
      </p:sp>
      <p:sp>
        <p:nvSpPr>
          <p:cNvPr id="94" name="Rectangle 93"/>
          <p:cNvSpPr/>
          <p:nvPr/>
        </p:nvSpPr>
        <p:spPr>
          <a:xfrm>
            <a:off x="5623560" y="3438144"/>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 name="TextBox 94"/>
          <p:cNvSpPr txBox="1"/>
          <p:nvPr/>
        </p:nvSpPr>
        <p:spPr>
          <a:xfrm>
            <a:off x="5669280" y="3465576"/>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2 100 €</a:t>
            </a:r>
          </a:p>
        </p:txBody>
      </p:sp>
      <p:sp>
        <p:nvSpPr>
          <p:cNvPr id="96" name="Rectangle 95"/>
          <p:cNvSpPr/>
          <p:nvPr/>
        </p:nvSpPr>
        <p:spPr>
          <a:xfrm>
            <a:off x="6675120" y="3438144"/>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TextBox 96"/>
          <p:cNvSpPr txBox="1"/>
          <p:nvPr/>
        </p:nvSpPr>
        <p:spPr>
          <a:xfrm>
            <a:off x="6720840" y="3465576"/>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420 €</a:t>
            </a:r>
          </a:p>
        </p:txBody>
      </p:sp>
      <p:sp>
        <p:nvSpPr>
          <p:cNvPr id="98" name="Rectangle 97"/>
          <p:cNvSpPr/>
          <p:nvPr/>
        </p:nvSpPr>
        <p:spPr>
          <a:xfrm>
            <a:off x="7452360" y="3438144"/>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TextBox 98"/>
          <p:cNvSpPr txBox="1"/>
          <p:nvPr/>
        </p:nvSpPr>
        <p:spPr>
          <a:xfrm>
            <a:off x="7498080" y="3465576"/>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2 520 €</a:t>
            </a:r>
          </a:p>
        </p:txBody>
      </p:sp>
      <p:sp>
        <p:nvSpPr>
          <p:cNvPr id="100" name="Rectangle 99"/>
          <p:cNvSpPr/>
          <p:nvPr/>
        </p:nvSpPr>
        <p:spPr>
          <a:xfrm>
            <a:off x="228600" y="3762756"/>
            <a:ext cx="5943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 name="TextBox 100"/>
          <p:cNvSpPr txBox="1"/>
          <p:nvPr/>
        </p:nvSpPr>
        <p:spPr>
          <a:xfrm>
            <a:off x="274320" y="3790188"/>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1C784"/>
                </a:solidFill>
                <a:effectLst/>
                <a:uLnTx/>
                <a:uFillTx/>
                <a:latin typeface="Calibri"/>
                <a:ea typeface="+mn-ea"/>
                <a:cs typeface="+mn-cs"/>
              </a:rPr>
              <a:t>P2.</a:t>
            </a:r>
            <a:r>
              <a:rPr kumimoji="0" lang="fr-FR" sz="1000" b="1" i="0" u="none" strike="noStrike" kern="1200" cap="none" spc="0" normalizeH="0" baseline="0" noProof="0" dirty="0">
                <a:ln>
                  <a:noFill/>
                </a:ln>
                <a:solidFill>
                  <a:srgbClr val="81C784"/>
                </a:solidFill>
                <a:effectLst/>
                <a:uLnTx/>
                <a:uFillTx/>
                <a:latin typeface="Calibri"/>
                <a:ea typeface="+mn-ea"/>
                <a:cs typeface="+mn-cs"/>
              </a:rPr>
              <a:t>3</a:t>
            </a:r>
            <a:endParaRPr kumimoji="0" sz="1000" b="1" i="0" u="none" strike="noStrike" kern="1200" cap="none" spc="0" normalizeH="0" baseline="0" noProof="0" dirty="0">
              <a:ln>
                <a:noFill/>
              </a:ln>
              <a:solidFill>
                <a:srgbClr val="81C784"/>
              </a:solidFill>
              <a:effectLst/>
              <a:uLnTx/>
              <a:uFillTx/>
              <a:latin typeface="Calibri"/>
              <a:ea typeface="+mn-ea"/>
              <a:cs typeface="+mn-cs"/>
            </a:endParaRPr>
          </a:p>
        </p:txBody>
      </p:sp>
      <p:sp>
        <p:nvSpPr>
          <p:cNvPr id="102" name="Rectangle 101"/>
          <p:cNvSpPr/>
          <p:nvPr/>
        </p:nvSpPr>
        <p:spPr>
          <a:xfrm>
            <a:off x="822960" y="3762756"/>
            <a:ext cx="416052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 name="TextBox 102"/>
          <p:cNvSpPr txBox="1"/>
          <p:nvPr/>
        </p:nvSpPr>
        <p:spPr>
          <a:xfrm>
            <a:off x="868680" y="3790188"/>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Création du Site Vitrine &amp; Contenu</a:t>
            </a:r>
          </a:p>
        </p:txBody>
      </p:sp>
      <p:sp>
        <p:nvSpPr>
          <p:cNvPr id="104" name="Rectangle 103"/>
          <p:cNvSpPr/>
          <p:nvPr/>
        </p:nvSpPr>
        <p:spPr>
          <a:xfrm>
            <a:off x="4983480" y="3762756"/>
            <a:ext cx="64008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TextBox 104"/>
          <p:cNvSpPr txBox="1"/>
          <p:nvPr/>
        </p:nvSpPr>
        <p:spPr>
          <a:xfrm>
            <a:off x="5029200" y="3790188"/>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4.5</a:t>
            </a:r>
          </a:p>
        </p:txBody>
      </p:sp>
      <p:sp>
        <p:nvSpPr>
          <p:cNvPr id="106" name="Rectangle 105"/>
          <p:cNvSpPr/>
          <p:nvPr/>
        </p:nvSpPr>
        <p:spPr>
          <a:xfrm>
            <a:off x="5623560" y="3762756"/>
            <a:ext cx="10515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 name="TextBox 106"/>
          <p:cNvSpPr txBox="1"/>
          <p:nvPr/>
        </p:nvSpPr>
        <p:spPr>
          <a:xfrm>
            <a:off x="5669280" y="3790188"/>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1 890 €</a:t>
            </a:r>
          </a:p>
        </p:txBody>
      </p:sp>
      <p:sp>
        <p:nvSpPr>
          <p:cNvPr id="108" name="Rectangle 107"/>
          <p:cNvSpPr/>
          <p:nvPr/>
        </p:nvSpPr>
        <p:spPr>
          <a:xfrm>
            <a:off x="6675120" y="3762756"/>
            <a:ext cx="7772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9" name="TextBox 108"/>
          <p:cNvSpPr txBox="1"/>
          <p:nvPr/>
        </p:nvSpPr>
        <p:spPr>
          <a:xfrm>
            <a:off x="6720840" y="3790188"/>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378 €</a:t>
            </a:r>
          </a:p>
        </p:txBody>
      </p:sp>
      <p:sp>
        <p:nvSpPr>
          <p:cNvPr id="110" name="Rectangle 109"/>
          <p:cNvSpPr/>
          <p:nvPr/>
        </p:nvSpPr>
        <p:spPr>
          <a:xfrm>
            <a:off x="7452360" y="3762756"/>
            <a:ext cx="10058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TextBox 110"/>
          <p:cNvSpPr txBox="1"/>
          <p:nvPr/>
        </p:nvSpPr>
        <p:spPr>
          <a:xfrm>
            <a:off x="7498080" y="3790188"/>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2 268 €</a:t>
            </a:r>
          </a:p>
        </p:txBody>
      </p:sp>
      <p:sp>
        <p:nvSpPr>
          <p:cNvPr id="112" name="Rectangle 111"/>
          <p:cNvSpPr/>
          <p:nvPr/>
        </p:nvSpPr>
        <p:spPr>
          <a:xfrm>
            <a:off x="228600" y="4087368"/>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TextBox 112"/>
          <p:cNvSpPr txBox="1"/>
          <p:nvPr/>
        </p:nvSpPr>
        <p:spPr>
          <a:xfrm>
            <a:off x="274320" y="4114800"/>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1C784"/>
                </a:solidFill>
                <a:effectLst/>
                <a:uLnTx/>
                <a:uFillTx/>
                <a:latin typeface="Calibri"/>
                <a:ea typeface="+mn-ea"/>
                <a:cs typeface="+mn-cs"/>
              </a:rPr>
              <a:t>P2.</a:t>
            </a:r>
            <a:r>
              <a:rPr kumimoji="0" lang="fr-FR" sz="1000" b="1" i="0" u="none" strike="noStrike" kern="1200" cap="none" spc="0" normalizeH="0" baseline="0" noProof="0" dirty="0">
                <a:ln>
                  <a:noFill/>
                </a:ln>
                <a:solidFill>
                  <a:srgbClr val="81C784"/>
                </a:solidFill>
                <a:effectLst/>
                <a:uLnTx/>
                <a:uFillTx/>
                <a:latin typeface="Calibri"/>
                <a:ea typeface="+mn-ea"/>
                <a:cs typeface="+mn-cs"/>
              </a:rPr>
              <a:t>4</a:t>
            </a:r>
            <a:endParaRPr kumimoji="0" sz="1000" b="1" i="0" u="none" strike="noStrike" kern="1200" cap="none" spc="0" normalizeH="0" baseline="0" noProof="0" dirty="0">
              <a:ln>
                <a:noFill/>
              </a:ln>
              <a:solidFill>
                <a:srgbClr val="81C784"/>
              </a:solidFill>
              <a:effectLst/>
              <a:uLnTx/>
              <a:uFillTx/>
              <a:latin typeface="Calibri"/>
              <a:ea typeface="+mn-ea"/>
              <a:cs typeface="+mn-cs"/>
            </a:endParaRPr>
          </a:p>
        </p:txBody>
      </p:sp>
      <p:sp>
        <p:nvSpPr>
          <p:cNvPr id="114" name="Rectangle 113"/>
          <p:cNvSpPr/>
          <p:nvPr/>
        </p:nvSpPr>
        <p:spPr>
          <a:xfrm>
            <a:off x="822960" y="4087368"/>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 name="TextBox 114"/>
          <p:cNvSpPr txBox="1"/>
          <p:nvPr/>
        </p:nvSpPr>
        <p:spPr>
          <a:xfrm>
            <a:off x="868680" y="4114800"/>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Kit de Vente &amp; Stratégie de Lancement</a:t>
            </a:r>
          </a:p>
        </p:txBody>
      </p:sp>
      <p:sp>
        <p:nvSpPr>
          <p:cNvPr id="116" name="Rectangle 115"/>
          <p:cNvSpPr/>
          <p:nvPr/>
        </p:nvSpPr>
        <p:spPr>
          <a:xfrm>
            <a:off x="4983480" y="4087368"/>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 name="TextBox 116"/>
          <p:cNvSpPr txBox="1"/>
          <p:nvPr/>
        </p:nvSpPr>
        <p:spPr>
          <a:xfrm>
            <a:off x="5029200" y="4114800"/>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0.5</a:t>
            </a:r>
          </a:p>
        </p:txBody>
      </p:sp>
      <p:sp>
        <p:nvSpPr>
          <p:cNvPr id="118" name="Rectangle 117"/>
          <p:cNvSpPr/>
          <p:nvPr/>
        </p:nvSpPr>
        <p:spPr>
          <a:xfrm>
            <a:off x="5623560" y="4087368"/>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TextBox 118"/>
          <p:cNvSpPr txBox="1"/>
          <p:nvPr/>
        </p:nvSpPr>
        <p:spPr>
          <a:xfrm>
            <a:off x="5669280" y="4114800"/>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210 €</a:t>
            </a:r>
          </a:p>
        </p:txBody>
      </p:sp>
      <p:sp>
        <p:nvSpPr>
          <p:cNvPr id="120" name="Rectangle 119"/>
          <p:cNvSpPr/>
          <p:nvPr/>
        </p:nvSpPr>
        <p:spPr>
          <a:xfrm>
            <a:off x="6675120" y="4087368"/>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TextBox 120"/>
          <p:cNvSpPr txBox="1"/>
          <p:nvPr/>
        </p:nvSpPr>
        <p:spPr>
          <a:xfrm>
            <a:off x="6720840" y="4114800"/>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42 €</a:t>
            </a:r>
          </a:p>
        </p:txBody>
      </p:sp>
      <p:sp>
        <p:nvSpPr>
          <p:cNvPr id="122" name="Rectangle 121"/>
          <p:cNvSpPr/>
          <p:nvPr/>
        </p:nvSpPr>
        <p:spPr>
          <a:xfrm>
            <a:off x="7452360" y="4087368"/>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TextBox 122"/>
          <p:cNvSpPr txBox="1"/>
          <p:nvPr/>
        </p:nvSpPr>
        <p:spPr>
          <a:xfrm>
            <a:off x="7498080" y="4114800"/>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252 €</a:t>
            </a:r>
          </a:p>
        </p:txBody>
      </p:sp>
      <p:sp>
        <p:nvSpPr>
          <p:cNvPr id="124" name="Rectangle 123"/>
          <p:cNvSpPr/>
          <p:nvPr/>
        </p:nvSpPr>
        <p:spPr>
          <a:xfrm>
            <a:off x="228600" y="4411980"/>
            <a:ext cx="5394960" cy="324612"/>
          </a:xfrm>
          <a:prstGeom prst="rect">
            <a:avLst/>
          </a:prstGeom>
          <a:solidFill>
            <a:srgbClr val="0D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TextBox 124"/>
          <p:cNvSpPr txBox="1"/>
          <p:nvPr/>
        </p:nvSpPr>
        <p:spPr>
          <a:xfrm>
            <a:off x="274320" y="4439412"/>
            <a:ext cx="5349240" cy="3246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Total — 25,5 JEH (+ 200 € frais de structure)</a:t>
            </a:r>
          </a:p>
        </p:txBody>
      </p:sp>
      <p:sp>
        <p:nvSpPr>
          <p:cNvPr id="126" name="Rectangle 125"/>
          <p:cNvSpPr/>
          <p:nvPr/>
        </p:nvSpPr>
        <p:spPr>
          <a:xfrm>
            <a:off x="5623560" y="4411980"/>
            <a:ext cx="1051560" cy="324612"/>
          </a:xfrm>
          <a:prstGeom prst="rect">
            <a:avLst/>
          </a:prstGeom>
          <a:solidFill>
            <a:srgbClr val="0D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TextBox 126"/>
          <p:cNvSpPr txBox="1"/>
          <p:nvPr/>
        </p:nvSpPr>
        <p:spPr>
          <a:xfrm>
            <a:off x="5623560" y="4439412"/>
            <a:ext cx="1051560" cy="32461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A3E0"/>
                </a:solidFill>
                <a:effectLst/>
                <a:uLnTx/>
                <a:uFillTx/>
                <a:latin typeface="Calibri"/>
                <a:ea typeface="+mn-ea"/>
                <a:cs typeface="+mn-cs"/>
              </a:rPr>
              <a:t>10 910 €</a:t>
            </a:r>
          </a:p>
        </p:txBody>
      </p:sp>
      <p:sp>
        <p:nvSpPr>
          <p:cNvPr id="128" name="Rectangle 127"/>
          <p:cNvSpPr/>
          <p:nvPr/>
        </p:nvSpPr>
        <p:spPr>
          <a:xfrm>
            <a:off x="6675120" y="4411980"/>
            <a:ext cx="777240" cy="324612"/>
          </a:xfrm>
          <a:prstGeom prst="rect">
            <a:avLst/>
          </a:prstGeom>
          <a:solidFill>
            <a:srgbClr val="0D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TextBox 128"/>
          <p:cNvSpPr txBox="1"/>
          <p:nvPr/>
        </p:nvSpPr>
        <p:spPr>
          <a:xfrm>
            <a:off x="6675120" y="4439412"/>
            <a:ext cx="777240" cy="32461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A3E0"/>
                </a:solidFill>
                <a:effectLst/>
                <a:uLnTx/>
                <a:uFillTx/>
                <a:latin typeface="Calibri"/>
                <a:ea typeface="+mn-ea"/>
                <a:cs typeface="+mn-cs"/>
              </a:rPr>
              <a:t>2 182 €</a:t>
            </a:r>
          </a:p>
        </p:txBody>
      </p:sp>
      <p:sp>
        <p:nvSpPr>
          <p:cNvPr id="130" name="Rectangle 129"/>
          <p:cNvSpPr/>
          <p:nvPr/>
        </p:nvSpPr>
        <p:spPr>
          <a:xfrm>
            <a:off x="7452360" y="4411980"/>
            <a:ext cx="1005840" cy="324612"/>
          </a:xfrm>
          <a:prstGeom prst="rect">
            <a:avLst/>
          </a:prstGeom>
          <a:solidFill>
            <a:srgbClr val="0D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TextBox 130"/>
          <p:cNvSpPr txBox="1"/>
          <p:nvPr/>
        </p:nvSpPr>
        <p:spPr>
          <a:xfrm>
            <a:off x="7452360" y="4439412"/>
            <a:ext cx="1005840" cy="32461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A3E0"/>
                </a:solidFill>
                <a:effectLst/>
                <a:uLnTx/>
                <a:uFillTx/>
                <a:latin typeface="Calibri"/>
                <a:ea typeface="+mn-ea"/>
                <a:cs typeface="+mn-cs"/>
              </a:rPr>
              <a:t>13 092 €</a:t>
            </a:r>
          </a:p>
        </p:txBody>
      </p:sp>
      <p:sp>
        <p:nvSpPr>
          <p:cNvPr id="132" name="TextBox 131"/>
          <p:cNvSpPr txBox="1"/>
          <p:nvPr/>
        </p:nvSpPr>
        <p:spPr>
          <a:xfrm>
            <a:off x="137160" y="4800600"/>
            <a:ext cx="8686800" cy="1737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00A3E0"/>
                </a:solidFill>
                <a:effectLst/>
                <a:uLnTx/>
                <a:uFillTx/>
                <a:latin typeface="Calibri"/>
                <a:ea typeface="+mn-ea"/>
                <a:cs typeface="+mn-cs"/>
              </a:rPr>
              <a:t>Proposition d'intervention – JuMP, La Junior-Entreprise de MINES ParisTech</a:t>
            </a:r>
          </a:p>
        </p:txBody>
      </p:sp>
      <p:sp>
        <p:nvSpPr>
          <p:cNvPr id="133" name="TextBox 132"/>
          <p:cNvSpPr txBox="1"/>
          <p:nvPr/>
        </p:nvSpPr>
        <p:spPr>
          <a:xfrm>
            <a:off x="137160" y="4974336"/>
            <a:ext cx="8686800" cy="1463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50" b="0" i="0" u="none" strike="noStrike" kern="1200" cap="none" spc="0" normalizeH="0" baseline="0" noProof="0">
                <a:ln>
                  <a:noFill/>
                </a:ln>
                <a:solidFill>
                  <a:srgbClr val="FFFFFF"/>
                </a:solidFill>
                <a:effectLst/>
                <a:uLnTx/>
                <a:uFillTx/>
                <a:latin typeface="Calibri"/>
                <a:ea typeface="+mn-ea"/>
                <a:cs typeface="+mn-cs"/>
              </a:rPr>
              <a:t>Association régie par la loi de 1901, Membre de la Confédération Nationale des Junior-Entreprises</a:t>
            </a:r>
          </a:p>
        </p:txBody>
      </p:sp>
      <p:sp>
        <p:nvSpPr>
          <p:cNvPr id="134" name="TextBox 133"/>
          <p:cNvSpPr txBox="1"/>
          <p:nvPr/>
        </p:nvSpPr>
        <p:spPr>
          <a:xfrm>
            <a:off x="137160" y="5120640"/>
            <a:ext cx="8686800" cy="1463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50" b="0" i="0" u="none" strike="noStrike" kern="1200" cap="none" spc="0" normalizeH="0" baseline="0" noProof="0">
                <a:ln>
                  <a:noFill/>
                </a:ln>
                <a:solidFill>
                  <a:srgbClr val="FFFFFF"/>
                </a:solidFill>
                <a:effectLst/>
                <a:uLnTx/>
                <a:uFillTx/>
                <a:latin typeface="Calibri"/>
                <a:ea typeface="+mn-ea"/>
                <a:cs typeface="+mn-cs"/>
              </a:rPr>
              <a:t>60, boulevard Saint-Michel, 75006 Paris – 01 43 26 79 40 – contact@jump-mines.fr – www.jump-mines.fr</a:t>
            </a:r>
          </a:p>
        </p:txBody>
      </p:sp>
      <p:sp>
        <p:nvSpPr>
          <p:cNvPr id="135" name="TextBox 134"/>
          <p:cNvSpPr txBox="1"/>
          <p:nvPr/>
        </p:nvSpPr>
        <p:spPr>
          <a:xfrm>
            <a:off x="137160" y="5266944"/>
            <a:ext cx="8686800" cy="1463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50" b="0" i="0" u="none" strike="noStrike" kern="1200" cap="none" spc="0" normalizeH="0" baseline="0" noProof="0">
                <a:ln>
                  <a:noFill/>
                </a:ln>
                <a:solidFill>
                  <a:srgbClr val="FFFFFF"/>
                </a:solidFill>
                <a:effectLst/>
                <a:uLnTx/>
                <a:uFillTx/>
                <a:latin typeface="Calibri"/>
                <a:ea typeface="+mn-ea"/>
                <a:cs typeface="+mn-cs"/>
              </a:rPr>
              <a:t>Numéro SIRET : 348 557 786 00012 – Code APE : 9499Z – TVA FR 81 348 557 786</a:t>
            </a:r>
          </a:p>
        </p:txBody>
      </p:sp>
      <p:sp>
        <p:nvSpPr>
          <p:cNvPr id="136" name="TextBox 135"/>
          <p:cNvSpPr txBox="1"/>
          <p:nvPr/>
        </p:nvSpPr>
        <p:spPr>
          <a:xfrm>
            <a:off x="137160" y="5413248"/>
            <a:ext cx="8686800" cy="1463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50" b="0" i="0" u="none" strike="noStrike" kern="1200" cap="none" spc="0" normalizeH="0" baseline="0" noProof="0">
                <a:ln>
                  <a:noFill/>
                </a:ln>
                <a:solidFill>
                  <a:srgbClr val="FFFFFF"/>
                </a:solidFill>
                <a:effectLst/>
                <a:uLnTx/>
                <a:uFillTx/>
                <a:latin typeface="Calibri"/>
                <a:ea typeface="+mn-ea"/>
                <a:cs typeface="+mn-cs"/>
              </a:rPr>
              <a:t>Tous droits de reproduction réservés        Page 16/18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572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Calendrier Prévisionnel</a:t>
            </a:r>
            <a:endParaRPr lang="en-US" sz="2400" dirty="0"/>
          </a:p>
        </p:txBody>
      </p:sp>
      <p:sp>
        <p:nvSpPr>
          <p:cNvPr id="3" name="Text 1"/>
          <p:cNvSpPr/>
          <p:nvPr/>
        </p:nvSpPr>
        <p:spPr>
          <a:xfrm>
            <a:off x="365760" y="621792"/>
            <a:ext cx="8412480" cy="320040"/>
          </a:xfrm>
          <a:prstGeom prst="rect">
            <a:avLst/>
          </a:prstGeom>
          <a:noFill/>
          <a:ln/>
        </p:spPr>
        <p:txBody>
          <a:bodyPr wrap="square" rtlCol="0" anchor="ctr"/>
          <a:lstStyle/>
          <a:p>
            <a:pPr marL="0" indent="0">
              <a:buNone/>
            </a:pPr>
            <a:r>
              <a:rPr lang="en-US" sz="1100" i="1" dirty="0">
                <a:solidFill>
                  <a:srgbClr val="00A3E0"/>
                </a:solidFill>
                <a:latin typeface="Calibri" pitchFamily="34" charset="0"/>
                <a:ea typeface="Calibri" pitchFamily="34" charset="-122"/>
                <a:cs typeface="Calibri" pitchFamily="34" charset="-120"/>
              </a:rPr>
              <a:t>Mission de 6 mois — Fin mai à fin novembre 2026 — 1 intervenant à temps partiel (~2 jours/semaine)</a:t>
            </a:r>
            <a:endParaRPr lang="en-US" sz="1100" dirty="0"/>
          </a:p>
        </p:txBody>
      </p:sp>
      <p:sp>
        <p:nvSpPr>
          <p:cNvPr id="4" name="Text 2"/>
          <p:cNvSpPr/>
          <p:nvPr/>
        </p:nvSpPr>
        <p:spPr>
          <a:xfrm>
            <a:off x="182880" y="1051560"/>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P1.1 – Cadrage &amp; configuration WebVisu</a:t>
            </a:r>
            <a:endParaRPr lang="en-US" sz="850" dirty="0"/>
          </a:p>
        </p:txBody>
      </p:sp>
      <p:sp>
        <p:nvSpPr>
          <p:cNvPr id="5" name="Shape 3"/>
          <p:cNvSpPr/>
          <p:nvPr/>
        </p:nvSpPr>
        <p:spPr>
          <a:xfrm>
            <a:off x="3200400" y="1051560"/>
            <a:ext cx="5577840" cy="292608"/>
          </a:xfrm>
          <a:prstGeom prst="rect">
            <a:avLst/>
          </a:prstGeom>
          <a:solidFill>
            <a:srgbClr val="162035"/>
          </a:solidFill>
          <a:ln w="3810">
            <a:solidFill>
              <a:srgbClr val="2A3F6A"/>
            </a:solidFill>
            <a:prstDash val="solid"/>
          </a:ln>
        </p:spPr>
      </p:sp>
      <p:sp>
        <p:nvSpPr>
          <p:cNvPr id="6" name="Shape 4"/>
          <p:cNvSpPr/>
          <p:nvPr/>
        </p:nvSpPr>
        <p:spPr>
          <a:xfrm>
            <a:off x="3200400" y="1069848"/>
            <a:ext cx="429065" cy="256032"/>
          </a:xfrm>
          <a:prstGeom prst="rect">
            <a:avLst/>
          </a:prstGeom>
          <a:solidFill>
            <a:srgbClr val="1565C0"/>
          </a:solidFill>
          <a:ln w="12700">
            <a:solidFill>
              <a:srgbClr val="1565C0"/>
            </a:solidFill>
            <a:prstDash val="solid"/>
          </a:ln>
        </p:spPr>
      </p:sp>
      <p:sp>
        <p:nvSpPr>
          <p:cNvPr id="7" name="Text 5"/>
          <p:cNvSpPr/>
          <p:nvPr/>
        </p:nvSpPr>
        <p:spPr>
          <a:xfrm>
            <a:off x="182880" y="1399032"/>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P1.2 – Couche de données &amp; connexion</a:t>
            </a:r>
            <a:endParaRPr lang="en-US" sz="850" dirty="0"/>
          </a:p>
        </p:txBody>
      </p:sp>
      <p:sp>
        <p:nvSpPr>
          <p:cNvPr id="8" name="Shape 6"/>
          <p:cNvSpPr/>
          <p:nvPr/>
        </p:nvSpPr>
        <p:spPr>
          <a:xfrm>
            <a:off x="3200400" y="1399032"/>
            <a:ext cx="5577840" cy="292608"/>
          </a:xfrm>
          <a:prstGeom prst="rect">
            <a:avLst/>
          </a:prstGeom>
          <a:solidFill>
            <a:srgbClr val="162035"/>
          </a:solidFill>
          <a:ln w="3810">
            <a:solidFill>
              <a:srgbClr val="2A3F6A"/>
            </a:solidFill>
            <a:prstDash val="solid"/>
          </a:ln>
        </p:spPr>
      </p:sp>
      <p:sp>
        <p:nvSpPr>
          <p:cNvPr id="9" name="Shape 7"/>
          <p:cNvSpPr/>
          <p:nvPr/>
        </p:nvSpPr>
        <p:spPr>
          <a:xfrm>
            <a:off x="3629465" y="1417320"/>
            <a:ext cx="643597" cy="256032"/>
          </a:xfrm>
          <a:prstGeom prst="rect">
            <a:avLst/>
          </a:prstGeom>
          <a:solidFill>
            <a:srgbClr val="1565C0"/>
          </a:solidFill>
          <a:ln w="12700">
            <a:solidFill>
              <a:srgbClr val="1565C0"/>
            </a:solidFill>
            <a:prstDash val="solid"/>
          </a:ln>
        </p:spPr>
      </p:sp>
      <p:sp>
        <p:nvSpPr>
          <p:cNvPr id="10" name="Text 8"/>
          <p:cNvSpPr/>
          <p:nvPr/>
        </p:nvSpPr>
        <p:spPr>
          <a:xfrm>
            <a:off x="182880" y="1746504"/>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P1.3 – Tableau de bord (MVP)</a:t>
            </a:r>
            <a:endParaRPr lang="en-US" sz="850" dirty="0"/>
          </a:p>
        </p:txBody>
      </p:sp>
      <p:sp>
        <p:nvSpPr>
          <p:cNvPr id="11" name="Shape 9"/>
          <p:cNvSpPr/>
          <p:nvPr/>
        </p:nvSpPr>
        <p:spPr>
          <a:xfrm>
            <a:off x="3200400" y="1746504"/>
            <a:ext cx="5577840" cy="292608"/>
          </a:xfrm>
          <a:prstGeom prst="rect">
            <a:avLst/>
          </a:prstGeom>
          <a:solidFill>
            <a:srgbClr val="162035"/>
          </a:solidFill>
          <a:ln w="3810">
            <a:solidFill>
              <a:srgbClr val="2A3F6A"/>
            </a:solidFill>
            <a:prstDash val="solid"/>
          </a:ln>
        </p:spPr>
      </p:sp>
      <p:sp>
        <p:nvSpPr>
          <p:cNvPr id="12" name="Shape 10"/>
          <p:cNvSpPr/>
          <p:nvPr/>
        </p:nvSpPr>
        <p:spPr>
          <a:xfrm>
            <a:off x="4273062" y="1764792"/>
            <a:ext cx="429065" cy="256032"/>
          </a:xfrm>
          <a:prstGeom prst="rect">
            <a:avLst/>
          </a:prstGeom>
          <a:solidFill>
            <a:srgbClr val="1565C0"/>
          </a:solidFill>
          <a:ln w="12700">
            <a:solidFill>
              <a:srgbClr val="1565C0"/>
            </a:solidFill>
            <a:prstDash val="solid"/>
          </a:ln>
        </p:spPr>
      </p:sp>
      <p:sp>
        <p:nvSpPr>
          <p:cNvPr id="13" name="Text 11"/>
          <p:cNvSpPr/>
          <p:nvPr/>
        </p:nvSpPr>
        <p:spPr>
          <a:xfrm>
            <a:off x="182880" y="2093976"/>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P1.4 – Pilotage &amp; app mobile</a:t>
            </a:r>
            <a:endParaRPr lang="en-US" sz="850" dirty="0"/>
          </a:p>
        </p:txBody>
      </p:sp>
      <p:sp>
        <p:nvSpPr>
          <p:cNvPr id="14" name="Shape 12"/>
          <p:cNvSpPr/>
          <p:nvPr/>
        </p:nvSpPr>
        <p:spPr>
          <a:xfrm>
            <a:off x="3200400" y="2093976"/>
            <a:ext cx="5577840" cy="292608"/>
          </a:xfrm>
          <a:prstGeom prst="rect">
            <a:avLst/>
          </a:prstGeom>
          <a:solidFill>
            <a:srgbClr val="162035"/>
          </a:solidFill>
          <a:ln w="3810">
            <a:solidFill>
              <a:srgbClr val="2A3F6A"/>
            </a:solidFill>
            <a:prstDash val="solid"/>
          </a:ln>
        </p:spPr>
      </p:sp>
      <p:sp>
        <p:nvSpPr>
          <p:cNvPr id="15" name="Shape 13"/>
          <p:cNvSpPr/>
          <p:nvPr/>
        </p:nvSpPr>
        <p:spPr>
          <a:xfrm>
            <a:off x="4702126" y="2112264"/>
            <a:ext cx="643597" cy="256032"/>
          </a:xfrm>
          <a:prstGeom prst="rect">
            <a:avLst/>
          </a:prstGeom>
          <a:solidFill>
            <a:srgbClr val="1565C0"/>
          </a:solidFill>
          <a:ln w="12700">
            <a:solidFill>
              <a:srgbClr val="1565C0"/>
            </a:solidFill>
            <a:prstDash val="solid"/>
          </a:ln>
        </p:spPr>
      </p:sp>
      <p:sp>
        <p:nvSpPr>
          <p:cNvPr id="16" name="Text 14"/>
          <p:cNvSpPr/>
          <p:nvPr/>
        </p:nvSpPr>
        <p:spPr>
          <a:xfrm>
            <a:off x="182880" y="2441448"/>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P1.5 – Tests &amp; déploiement</a:t>
            </a:r>
            <a:endParaRPr lang="en-US" sz="850" dirty="0"/>
          </a:p>
        </p:txBody>
      </p:sp>
      <p:sp>
        <p:nvSpPr>
          <p:cNvPr id="17" name="Shape 15"/>
          <p:cNvSpPr/>
          <p:nvPr/>
        </p:nvSpPr>
        <p:spPr>
          <a:xfrm>
            <a:off x="3200400" y="2441448"/>
            <a:ext cx="5577840" cy="292608"/>
          </a:xfrm>
          <a:prstGeom prst="rect">
            <a:avLst/>
          </a:prstGeom>
          <a:solidFill>
            <a:srgbClr val="162035"/>
          </a:solidFill>
          <a:ln w="3810">
            <a:solidFill>
              <a:srgbClr val="2A3F6A"/>
            </a:solidFill>
            <a:prstDash val="solid"/>
          </a:ln>
        </p:spPr>
      </p:sp>
      <p:sp>
        <p:nvSpPr>
          <p:cNvPr id="18" name="Shape 16"/>
          <p:cNvSpPr/>
          <p:nvPr/>
        </p:nvSpPr>
        <p:spPr>
          <a:xfrm>
            <a:off x="5345723" y="2459736"/>
            <a:ext cx="429065" cy="256032"/>
          </a:xfrm>
          <a:prstGeom prst="rect">
            <a:avLst/>
          </a:prstGeom>
          <a:solidFill>
            <a:srgbClr val="1565C0"/>
          </a:solidFill>
          <a:ln w="12700">
            <a:solidFill>
              <a:srgbClr val="1565C0"/>
            </a:solidFill>
            <a:prstDash val="solid"/>
          </a:ln>
        </p:spPr>
      </p:sp>
      <p:sp>
        <p:nvSpPr>
          <p:cNvPr id="19" name="Text 17"/>
          <p:cNvSpPr/>
          <p:nvPr/>
        </p:nvSpPr>
        <p:spPr>
          <a:xfrm>
            <a:off x="182880" y="2788920"/>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P2.1 – Analyse Marché &amp; Personas</a:t>
            </a:r>
            <a:endParaRPr lang="en-US" sz="850" dirty="0"/>
          </a:p>
        </p:txBody>
      </p:sp>
      <p:sp>
        <p:nvSpPr>
          <p:cNvPr id="20" name="Shape 18"/>
          <p:cNvSpPr/>
          <p:nvPr/>
        </p:nvSpPr>
        <p:spPr>
          <a:xfrm>
            <a:off x="3200400" y="2788920"/>
            <a:ext cx="5577840" cy="292608"/>
          </a:xfrm>
          <a:prstGeom prst="rect">
            <a:avLst/>
          </a:prstGeom>
          <a:solidFill>
            <a:srgbClr val="162035"/>
          </a:solidFill>
          <a:ln w="3810">
            <a:solidFill>
              <a:srgbClr val="2A3F6A"/>
            </a:solidFill>
            <a:prstDash val="solid"/>
          </a:ln>
        </p:spPr>
      </p:sp>
      <p:sp>
        <p:nvSpPr>
          <p:cNvPr id="21" name="Shape 19"/>
          <p:cNvSpPr/>
          <p:nvPr/>
        </p:nvSpPr>
        <p:spPr>
          <a:xfrm>
            <a:off x="5774788" y="2807208"/>
            <a:ext cx="643597" cy="256032"/>
          </a:xfrm>
          <a:prstGeom prst="rect">
            <a:avLst/>
          </a:prstGeom>
          <a:solidFill>
            <a:srgbClr val="2E7D32"/>
          </a:solidFill>
          <a:ln w="12700">
            <a:solidFill>
              <a:srgbClr val="2E7D32"/>
            </a:solidFill>
            <a:prstDash val="solid"/>
          </a:ln>
        </p:spPr>
      </p:sp>
      <p:sp>
        <p:nvSpPr>
          <p:cNvPr id="22" name="Text 20"/>
          <p:cNvSpPr/>
          <p:nvPr/>
        </p:nvSpPr>
        <p:spPr>
          <a:xfrm>
            <a:off x="182880" y="3136392"/>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P2.2 – Structuration de l'Offre</a:t>
            </a:r>
            <a:endParaRPr lang="en-US" sz="850" dirty="0"/>
          </a:p>
        </p:txBody>
      </p:sp>
      <p:sp>
        <p:nvSpPr>
          <p:cNvPr id="23" name="Shape 21"/>
          <p:cNvSpPr/>
          <p:nvPr/>
        </p:nvSpPr>
        <p:spPr>
          <a:xfrm>
            <a:off x="3200400" y="3136392"/>
            <a:ext cx="5577840" cy="292608"/>
          </a:xfrm>
          <a:prstGeom prst="rect">
            <a:avLst/>
          </a:prstGeom>
          <a:solidFill>
            <a:srgbClr val="162035"/>
          </a:solidFill>
          <a:ln w="3810">
            <a:solidFill>
              <a:srgbClr val="2A3F6A"/>
            </a:solidFill>
            <a:prstDash val="solid"/>
          </a:ln>
        </p:spPr>
      </p:sp>
      <p:sp>
        <p:nvSpPr>
          <p:cNvPr id="24" name="Shape 22"/>
          <p:cNvSpPr/>
          <p:nvPr/>
        </p:nvSpPr>
        <p:spPr>
          <a:xfrm>
            <a:off x="6418385" y="3154680"/>
            <a:ext cx="429065" cy="256032"/>
          </a:xfrm>
          <a:prstGeom prst="rect">
            <a:avLst/>
          </a:prstGeom>
          <a:solidFill>
            <a:srgbClr val="2E7D32"/>
          </a:solidFill>
          <a:ln w="12700">
            <a:solidFill>
              <a:srgbClr val="2E7D32"/>
            </a:solidFill>
            <a:prstDash val="solid"/>
          </a:ln>
        </p:spPr>
      </p:sp>
      <p:sp>
        <p:nvSpPr>
          <p:cNvPr id="25" name="Text 23"/>
          <p:cNvSpPr/>
          <p:nvPr/>
        </p:nvSpPr>
        <p:spPr>
          <a:xfrm>
            <a:off x="182880" y="3483864"/>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P2.3 – Identité Visuelle</a:t>
            </a:r>
            <a:endParaRPr lang="en-US" sz="850" dirty="0"/>
          </a:p>
        </p:txBody>
      </p:sp>
      <p:sp>
        <p:nvSpPr>
          <p:cNvPr id="26" name="Shape 24"/>
          <p:cNvSpPr/>
          <p:nvPr/>
        </p:nvSpPr>
        <p:spPr>
          <a:xfrm>
            <a:off x="3200400" y="3483864"/>
            <a:ext cx="5577840" cy="292608"/>
          </a:xfrm>
          <a:prstGeom prst="rect">
            <a:avLst/>
          </a:prstGeom>
          <a:solidFill>
            <a:srgbClr val="162035"/>
          </a:solidFill>
          <a:ln w="3810">
            <a:solidFill>
              <a:srgbClr val="2A3F6A"/>
            </a:solidFill>
            <a:prstDash val="solid"/>
          </a:ln>
        </p:spPr>
      </p:sp>
      <p:sp>
        <p:nvSpPr>
          <p:cNvPr id="27" name="Shape 25"/>
          <p:cNvSpPr/>
          <p:nvPr/>
        </p:nvSpPr>
        <p:spPr>
          <a:xfrm>
            <a:off x="6847449" y="3502152"/>
            <a:ext cx="643597" cy="256032"/>
          </a:xfrm>
          <a:prstGeom prst="rect">
            <a:avLst/>
          </a:prstGeom>
          <a:solidFill>
            <a:srgbClr val="2E7D32"/>
          </a:solidFill>
          <a:ln w="12700">
            <a:solidFill>
              <a:srgbClr val="2E7D32"/>
            </a:solidFill>
            <a:prstDash val="solid"/>
          </a:ln>
        </p:spPr>
      </p:sp>
      <p:sp>
        <p:nvSpPr>
          <p:cNvPr id="28" name="Text 26"/>
          <p:cNvSpPr/>
          <p:nvPr/>
        </p:nvSpPr>
        <p:spPr>
          <a:xfrm>
            <a:off x="182880" y="3831336"/>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P2.4 – Site Vitrine &amp; Contenu</a:t>
            </a:r>
            <a:endParaRPr lang="en-US" sz="850" dirty="0"/>
          </a:p>
        </p:txBody>
      </p:sp>
      <p:sp>
        <p:nvSpPr>
          <p:cNvPr id="29" name="Shape 27"/>
          <p:cNvSpPr/>
          <p:nvPr/>
        </p:nvSpPr>
        <p:spPr>
          <a:xfrm>
            <a:off x="3200400" y="3831336"/>
            <a:ext cx="5577840" cy="292608"/>
          </a:xfrm>
          <a:prstGeom prst="rect">
            <a:avLst/>
          </a:prstGeom>
          <a:solidFill>
            <a:srgbClr val="162035"/>
          </a:solidFill>
          <a:ln w="3810">
            <a:solidFill>
              <a:srgbClr val="2A3F6A"/>
            </a:solidFill>
            <a:prstDash val="solid"/>
          </a:ln>
        </p:spPr>
      </p:sp>
      <p:sp>
        <p:nvSpPr>
          <p:cNvPr id="30" name="Shape 28"/>
          <p:cNvSpPr/>
          <p:nvPr/>
        </p:nvSpPr>
        <p:spPr>
          <a:xfrm>
            <a:off x="7491046" y="3849624"/>
            <a:ext cx="858129" cy="256032"/>
          </a:xfrm>
          <a:prstGeom prst="rect">
            <a:avLst/>
          </a:prstGeom>
          <a:solidFill>
            <a:srgbClr val="2E7D32"/>
          </a:solidFill>
          <a:ln w="12700">
            <a:solidFill>
              <a:srgbClr val="2E7D32"/>
            </a:solidFill>
            <a:prstDash val="solid"/>
          </a:ln>
        </p:spPr>
      </p:sp>
      <p:sp>
        <p:nvSpPr>
          <p:cNvPr id="31" name="Text 29"/>
          <p:cNvSpPr/>
          <p:nvPr/>
        </p:nvSpPr>
        <p:spPr>
          <a:xfrm>
            <a:off x="182880" y="4178808"/>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P2.5 – Kit de Vente &amp; Lancement</a:t>
            </a:r>
            <a:endParaRPr lang="en-US" sz="850" dirty="0"/>
          </a:p>
        </p:txBody>
      </p:sp>
      <p:sp>
        <p:nvSpPr>
          <p:cNvPr id="32" name="Shape 30"/>
          <p:cNvSpPr/>
          <p:nvPr/>
        </p:nvSpPr>
        <p:spPr>
          <a:xfrm>
            <a:off x="3200400" y="4178808"/>
            <a:ext cx="5577840" cy="292608"/>
          </a:xfrm>
          <a:prstGeom prst="rect">
            <a:avLst/>
          </a:prstGeom>
          <a:solidFill>
            <a:srgbClr val="162035"/>
          </a:solidFill>
          <a:ln w="3810">
            <a:solidFill>
              <a:srgbClr val="2A3F6A"/>
            </a:solidFill>
            <a:prstDash val="solid"/>
          </a:ln>
        </p:spPr>
      </p:sp>
      <p:sp>
        <p:nvSpPr>
          <p:cNvPr id="33" name="Shape 31"/>
          <p:cNvSpPr/>
          <p:nvPr/>
        </p:nvSpPr>
        <p:spPr>
          <a:xfrm>
            <a:off x="8349175" y="4197096"/>
            <a:ext cx="429065" cy="256032"/>
          </a:xfrm>
          <a:prstGeom prst="rect">
            <a:avLst/>
          </a:prstGeom>
          <a:solidFill>
            <a:srgbClr val="2E7D32"/>
          </a:solidFill>
          <a:ln w="12700">
            <a:solidFill>
              <a:srgbClr val="2E7D32"/>
            </a:solidFill>
            <a:prstDash val="solid"/>
          </a:ln>
        </p:spPr>
      </p:sp>
      <p:sp>
        <p:nvSpPr>
          <p:cNvPr id="34" name="Text 32"/>
          <p:cNvSpPr/>
          <p:nvPr/>
        </p:nvSpPr>
        <p:spPr>
          <a:xfrm>
            <a:off x="320040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Juin</a:t>
            </a:r>
            <a:endParaRPr lang="en-US" sz="800" dirty="0"/>
          </a:p>
        </p:txBody>
      </p:sp>
      <p:sp>
        <p:nvSpPr>
          <p:cNvPr id="35" name="Text 33"/>
          <p:cNvSpPr/>
          <p:nvPr/>
        </p:nvSpPr>
        <p:spPr>
          <a:xfrm>
            <a:off x="413004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Juillet</a:t>
            </a:r>
            <a:endParaRPr lang="en-US" sz="800" dirty="0"/>
          </a:p>
        </p:txBody>
      </p:sp>
      <p:sp>
        <p:nvSpPr>
          <p:cNvPr id="36" name="Text 34"/>
          <p:cNvSpPr/>
          <p:nvPr/>
        </p:nvSpPr>
        <p:spPr>
          <a:xfrm>
            <a:off x="505968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Août</a:t>
            </a:r>
            <a:endParaRPr lang="en-US" sz="800" dirty="0"/>
          </a:p>
        </p:txBody>
      </p:sp>
      <p:sp>
        <p:nvSpPr>
          <p:cNvPr id="37" name="Text 35"/>
          <p:cNvSpPr/>
          <p:nvPr/>
        </p:nvSpPr>
        <p:spPr>
          <a:xfrm>
            <a:off x="598932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Sept.</a:t>
            </a:r>
            <a:endParaRPr lang="en-US" sz="800" dirty="0"/>
          </a:p>
        </p:txBody>
      </p:sp>
      <p:sp>
        <p:nvSpPr>
          <p:cNvPr id="38" name="Text 36"/>
          <p:cNvSpPr/>
          <p:nvPr/>
        </p:nvSpPr>
        <p:spPr>
          <a:xfrm>
            <a:off x="691896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Oct.</a:t>
            </a:r>
            <a:endParaRPr lang="en-US" sz="800" dirty="0"/>
          </a:p>
        </p:txBody>
      </p:sp>
      <p:sp>
        <p:nvSpPr>
          <p:cNvPr id="39" name="Text 37"/>
          <p:cNvSpPr/>
          <p:nvPr/>
        </p:nvSpPr>
        <p:spPr>
          <a:xfrm>
            <a:off x="784860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Nov.</a:t>
            </a:r>
            <a:endParaRPr lang="en-US" sz="800" dirty="0"/>
          </a:p>
        </p:txBody>
      </p:sp>
      <p:sp>
        <p:nvSpPr>
          <p:cNvPr id="40" name="Shape 38"/>
          <p:cNvSpPr/>
          <p:nvPr/>
        </p:nvSpPr>
        <p:spPr>
          <a:xfrm>
            <a:off x="3657600" y="4572000"/>
            <a:ext cx="228600" cy="164592"/>
          </a:xfrm>
          <a:prstGeom prst="rect">
            <a:avLst/>
          </a:prstGeom>
          <a:solidFill>
            <a:srgbClr val="1565C0"/>
          </a:solidFill>
          <a:ln w="12700">
            <a:solidFill>
              <a:srgbClr val="1565C0"/>
            </a:solidFill>
            <a:prstDash val="solid"/>
          </a:ln>
        </p:spPr>
      </p:sp>
      <p:sp>
        <p:nvSpPr>
          <p:cNvPr id="41" name="Text 39"/>
          <p:cNvSpPr/>
          <p:nvPr/>
        </p:nvSpPr>
        <p:spPr>
          <a:xfrm>
            <a:off x="3931920" y="4572000"/>
            <a:ext cx="1828800" cy="164592"/>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Partie 1 – Application</a:t>
            </a:r>
            <a:endParaRPr lang="en-US" sz="850" dirty="0"/>
          </a:p>
        </p:txBody>
      </p:sp>
      <p:sp>
        <p:nvSpPr>
          <p:cNvPr id="42" name="Shape 40"/>
          <p:cNvSpPr/>
          <p:nvPr/>
        </p:nvSpPr>
        <p:spPr>
          <a:xfrm>
            <a:off x="5943600" y="4572000"/>
            <a:ext cx="228600" cy="164592"/>
          </a:xfrm>
          <a:prstGeom prst="rect">
            <a:avLst/>
          </a:prstGeom>
          <a:solidFill>
            <a:srgbClr val="2E7D32"/>
          </a:solidFill>
          <a:ln w="12700">
            <a:solidFill>
              <a:srgbClr val="2E7D32"/>
            </a:solidFill>
            <a:prstDash val="solid"/>
          </a:ln>
        </p:spPr>
      </p:sp>
      <p:sp>
        <p:nvSpPr>
          <p:cNvPr id="43" name="Text 41"/>
          <p:cNvSpPr/>
          <p:nvPr/>
        </p:nvSpPr>
        <p:spPr>
          <a:xfrm>
            <a:off x="6217920" y="4572000"/>
            <a:ext cx="1828800" cy="164592"/>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Partie 2 – Commerciale</a:t>
            </a:r>
            <a:endParaRPr lang="en-US" sz="850" dirty="0"/>
          </a:p>
        </p:txBody>
      </p:sp>
      <p:sp>
        <p:nvSpPr>
          <p:cNvPr id="44" name="Text 42"/>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5" name="Text 43"/>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6" name="Text 44"/>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7" name="Text 45"/>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8" name="Text 46"/>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18/18</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2546</Words>
  <Application>Microsoft Office PowerPoint</Application>
  <PresentationFormat>Affichage à l'écran (16:9)</PresentationFormat>
  <Paragraphs>379</Paragraphs>
  <Slides>17</Slides>
  <Notes>17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Proposition d'Intervention – Off-the-Grid</dc:title>
  <dc:subject>PptxGenJS Presentation</dc:subject>
  <dc:creator>PptxGenJS</dc:creator>
  <cp:lastModifiedBy>Antoine BOSSIN</cp:lastModifiedBy>
  <cp:revision>1</cp:revision>
  <dcterms:created xsi:type="dcterms:W3CDTF">2026-05-13T08:04:21Z</dcterms:created>
  <dcterms:modified xsi:type="dcterms:W3CDTF">2026-05-13T08:44:37Z</dcterms:modified>
</cp:coreProperties>
</file>